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78" r:id="rId4"/>
    <p:sldId id="280" r:id="rId5"/>
    <p:sldId id="279" r:id="rId6"/>
    <p:sldId id="281" r:id="rId7"/>
  </p:sldIdLst>
  <p:sldSz cx="9144000" cy="6858000" type="screen4x3"/>
  <p:notesSz cx="7315200" cy="96012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1830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tin, Mariah L" userId="03e2ac4b-b1d4-43f5-b4c4-db8f6ad7eff4" providerId="ADAL" clId="{16989B3A-6D87-45DE-B7F5-B0E9A67B3868}"/>
    <pc:docChg chg="modSld">
      <pc:chgData name="Martin, Mariah L" userId="03e2ac4b-b1d4-43f5-b4c4-db8f6ad7eff4" providerId="ADAL" clId="{16989B3A-6D87-45DE-B7F5-B0E9A67B3868}" dt="2025-11-19T00:48:59.216" v="1" actId="403"/>
      <pc:docMkLst>
        <pc:docMk/>
      </pc:docMkLst>
      <pc:sldChg chg="modSp mod">
        <pc:chgData name="Martin, Mariah L" userId="03e2ac4b-b1d4-43f5-b4c4-db8f6ad7eff4" providerId="ADAL" clId="{16989B3A-6D87-45DE-B7F5-B0E9A67B3868}" dt="2025-11-19T00:48:59.216" v="1" actId="403"/>
        <pc:sldMkLst>
          <pc:docMk/>
          <pc:sldMk cId="1416121370" sldId="278"/>
        </pc:sldMkLst>
        <pc:spChg chg="mod">
          <ac:chgData name="Martin, Mariah L" userId="03e2ac4b-b1d4-43f5-b4c4-db8f6ad7eff4" providerId="ADAL" clId="{16989B3A-6D87-45DE-B7F5-B0E9A67B3868}" dt="2025-11-19T00:48:59.216" v="1" actId="403"/>
          <ac:spMkLst>
            <pc:docMk/>
            <pc:sldMk cId="1416121370" sldId="278"/>
            <ac:spMk id="3" creationId="{7797759C-5E6C-1C4B-72E6-4E958EA8E243}"/>
          </ac:spMkLst>
        </pc:spChg>
      </pc:sldChg>
      <pc:sldChg chg="modSp mod">
        <pc:chgData name="Martin, Mariah L" userId="03e2ac4b-b1d4-43f5-b4c4-db8f6ad7eff4" providerId="ADAL" clId="{16989B3A-6D87-45DE-B7F5-B0E9A67B3868}" dt="2025-11-19T00:48:54.416" v="0" actId="403"/>
        <pc:sldMkLst>
          <pc:docMk/>
          <pc:sldMk cId="4061723436" sldId="280"/>
        </pc:sldMkLst>
        <pc:spChg chg="mod">
          <ac:chgData name="Martin, Mariah L" userId="03e2ac4b-b1d4-43f5-b4c4-db8f6ad7eff4" providerId="ADAL" clId="{16989B3A-6D87-45DE-B7F5-B0E9A67B3868}" dt="2025-11-19T00:48:54.416" v="0" actId="403"/>
          <ac:spMkLst>
            <pc:docMk/>
            <pc:sldMk cId="4061723436" sldId="280"/>
            <ac:spMk id="3" creationId="{634BCD9C-7946-32AF-FC43-9BDFB6FFDD64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1A84F40-4CBB-4AB1-A5BC-9017D2947FB6}" type="doc">
      <dgm:prSet loTypeId="urn:microsoft.com/office/officeart/2005/8/layout/list1" loCatId="list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C66FF1BC-572D-409C-98C2-2B0D43857F1C}">
      <dgm:prSet custT="1"/>
      <dgm:spPr/>
      <dgm:t>
        <a:bodyPr/>
        <a:lstStyle/>
        <a:p>
          <a:r>
            <a:rPr lang="en-US" sz="1800" dirty="0"/>
            <a:t>• UC-1: Join a Study Group (Mariah)</a:t>
          </a:r>
        </a:p>
      </dgm:t>
    </dgm:pt>
    <dgm:pt modelId="{76420E77-29F2-4BC5-8FB2-9927FF2B5404}" type="parTrans" cxnId="{F2CA3D73-40C6-4472-BB12-6DE72D1B3010}">
      <dgm:prSet/>
      <dgm:spPr/>
      <dgm:t>
        <a:bodyPr/>
        <a:lstStyle/>
        <a:p>
          <a:endParaRPr lang="en-US" sz="1800"/>
        </a:p>
      </dgm:t>
    </dgm:pt>
    <dgm:pt modelId="{39B8F52C-F3E2-4726-B2A5-155F312137A8}" type="sibTrans" cxnId="{F2CA3D73-40C6-4472-BB12-6DE72D1B3010}">
      <dgm:prSet/>
      <dgm:spPr/>
      <dgm:t>
        <a:bodyPr/>
        <a:lstStyle/>
        <a:p>
          <a:endParaRPr lang="en-US" sz="1800"/>
        </a:p>
      </dgm:t>
    </dgm:pt>
    <dgm:pt modelId="{C3ECF094-FF89-4EC7-A371-B878D57A5B58}">
      <dgm:prSet custT="1"/>
      <dgm:spPr/>
      <dgm:t>
        <a:bodyPr/>
        <a:lstStyle/>
        <a:p>
          <a:r>
            <a:rPr lang="en-US" sz="1800" dirty="0"/>
            <a:t>• UC-2: Post a Question &amp; Accept an Answer (Ethan)</a:t>
          </a:r>
        </a:p>
      </dgm:t>
    </dgm:pt>
    <dgm:pt modelId="{38F5681B-C28B-4B43-8F88-ED4A12FE1F97}" type="parTrans" cxnId="{79182DE8-25E8-4E42-AEE1-18035CB3E6F9}">
      <dgm:prSet/>
      <dgm:spPr/>
      <dgm:t>
        <a:bodyPr/>
        <a:lstStyle/>
        <a:p>
          <a:endParaRPr lang="en-US" sz="1800"/>
        </a:p>
      </dgm:t>
    </dgm:pt>
    <dgm:pt modelId="{A0C3F71B-360B-4F3C-B946-B8A88421DF7F}" type="sibTrans" cxnId="{79182DE8-25E8-4E42-AEE1-18035CB3E6F9}">
      <dgm:prSet/>
      <dgm:spPr/>
      <dgm:t>
        <a:bodyPr/>
        <a:lstStyle/>
        <a:p>
          <a:endParaRPr lang="en-US" sz="1800"/>
        </a:p>
      </dgm:t>
    </dgm:pt>
    <dgm:pt modelId="{1837380B-12D9-405E-A943-D221DEFE3FC2}">
      <dgm:prSet custT="1"/>
      <dgm:spPr/>
      <dgm:t>
        <a:bodyPr/>
        <a:lstStyle/>
        <a:p>
          <a:r>
            <a:rPr lang="en-US" sz="1800" dirty="0"/>
            <a:t>• UC-3: Upload &amp; Tag a Resource (TBD)</a:t>
          </a:r>
        </a:p>
      </dgm:t>
    </dgm:pt>
    <dgm:pt modelId="{A0EDACBB-FDDC-4320-B7B3-D17B260BA949}" type="parTrans" cxnId="{2F0166F9-58B2-4DC1-9F42-B9309A91D900}">
      <dgm:prSet/>
      <dgm:spPr/>
      <dgm:t>
        <a:bodyPr/>
        <a:lstStyle/>
        <a:p>
          <a:endParaRPr lang="en-US" sz="1800"/>
        </a:p>
      </dgm:t>
    </dgm:pt>
    <dgm:pt modelId="{84986ED5-173F-451F-BA01-699FACA7B518}" type="sibTrans" cxnId="{2F0166F9-58B2-4DC1-9F42-B9309A91D900}">
      <dgm:prSet/>
      <dgm:spPr/>
      <dgm:t>
        <a:bodyPr/>
        <a:lstStyle/>
        <a:p>
          <a:endParaRPr lang="en-US" sz="1800"/>
        </a:p>
      </dgm:t>
    </dgm:pt>
    <dgm:pt modelId="{DCECCE83-7623-4D30-99E1-23507BC76F0D}">
      <dgm:prSet custT="1"/>
      <dgm:spPr/>
      <dgm:t>
        <a:bodyPr/>
        <a:lstStyle/>
        <a:p>
          <a:r>
            <a:rPr lang="en-US" sz="1800" dirty="0"/>
            <a:t>• UC-4: Assignment Planner with Calendar Sync (Brandon)</a:t>
          </a:r>
        </a:p>
      </dgm:t>
    </dgm:pt>
    <dgm:pt modelId="{788BD1A9-D38C-4CAF-8241-0A289959ED06}" type="parTrans" cxnId="{154E5A4B-4814-45F9-B5AC-D57292916685}">
      <dgm:prSet/>
      <dgm:spPr/>
      <dgm:t>
        <a:bodyPr/>
        <a:lstStyle/>
        <a:p>
          <a:endParaRPr lang="en-US" sz="1800"/>
        </a:p>
      </dgm:t>
    </dgm:pt>
    <dgm:pt modelId="{C4454FAC-8A13-42F5-83D3-79B63ECB72CC}" type="sibTrans" cxnId="{154E5A4B-4814-45F9-B5AC-D57292916685}">
      <dgm:prSet/>
      <dgm:spPr/>
      <dgm:t>
        <a:bodyPr/>
        <a:lstStyle/>
        <a:p>
          <a:endParaRPr lang="en-US" sz="1800"/>
        </a:p>
      </dgm:t>
    </dgm:pt>
    <dgm:pt modelId="{9F7DCC74-93BB-4D42-AABC-AB976339734C}" type="pres">
      <dgm:prSet presAssocID="{61A84F40-4CBB-4AB1-A5BC-9017D2947FB6}" presName="linear" presStyleCnt="0">
        <dgm:presLayoutVars>
          <dgm:dir/>
          <dgm:animLvl val="lvl"/>
          <dgm:resizeHandles val="exact"/>
        </dgm:presLayoutVars>
      </dgm:prSet>
      <dgm:spPr/>
    </dgm:pt>
    <dgm:pt modelId="{6438031E-0BBE-48AD-829C-32D4483B8F09}" type="pres">
      <dgm:prSet presAssocID="{C66FF1BC-572D-409C-98C2-2B0D43857F1C}" presName="parentLin" presStyleCnt="0"/>
      <dgm:spPr/>
    </dgm:pt>
    <dgm:pt modelId="{8A762622-8695-45FE-B0E9-A6AAFF30AA62}" type="pres">
      <dgm:prSet presAssocID="{C66FF1BC-572D-409C-98C2-2B0D43857F1C}" presName="parentLeftMargin" presStyleLbl="node1" presStyleIdx="0" presStyleCnt="4"/>
      <dgm:spPr/>
    </dgm:pt>
    <dgm:pt modelId="{D5E38C5E-527B-41D9-AD57-E7BBD9113B1C}" type="pres">
      <dgm:prSet presAssocID="{C66FF1BC-572D-409C-98C2-2B0D43857F1C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DC79CD75-5166-4392-8CB1-1B140B2416CA}" type="pres">
      <dgm:prSet presAssocID="{C66FF1BC-572D-409C-98C2-2B0D43857F1C}" presName="negativeSpace" presStyleCnt="0"/>
      <dgm:spPr/>
    </dgm:pt>
    <dgm:pt modelId="{1F97FC90-8D66-41DA-B07A-94F0AAE91539}" type="pres">
      <dgm:prSet presAssocID="{C66FF1BC-572D-409C-98C2-2B0D43857F1C}" presName="childText" presStyleLbl="conFgAcc1" presStyleIdx="0" presStyleCnt="4">
        <dgm:presLayoutVars>
          <dgm:bulletEnabled val="1"/>
        </dgm:presLayoutVars>
      </dgm:prSet>
      <dgm:spPr/>
    </dgm:pt>
    <dgm:pt modelId="{BBDB55A7-8B3A-4583-BE41-2385EEA50529}" type="pres">
      <dgm:prSet presAssocID="{39B8F52C-F3E2-4726-B2A5-155F312137A8}" presName="spaceBetweenRectangles" presStyleCnt="0"/>
      <dgm:spPr/>
    </dgm:pt>
    <dgm:pt modelId="{9E4AE170-0F7C-4E41-994B-012452CFDC1B}" type="pres">
      <dgm:prSet presAssocID="{C3ECF094-FF89-4EC7-A371-B878D57A5B58}" presName="parentLin" presStyleCnt="0"/>
      <dgm:spPr/>
    </dgm:pt>
    <dgm:pt modelId="{435A1420-C6B9-4F2C-985E-F1592484B884}" type="pres">
      <dgm:prSet presAssocID="{C3ECF094-FF89-4EC7-A371-B878D57A5B58}" presName="parentLeftMargin" presStyleLbl="node1" presStyleIdx="0" presStyleCnt="4"/>
      <dgm:spPr/>
    </dgm:pt>
    <dgm:pt modelId="{DB78EB2A-D065-4BF0-9888-F1B38E47E345}" type="pres">
      <dgm:prSet presAssocID="{C3ECF094-FF89-4EC7-A371-B878D57A5B58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3E766E10-9B11-4B82-A549-8B84AC4E93DE}" type="pres">
      <dgm:prSet presAssocID="{C3ECF094-FF89-4EC7-A371-B878D57A5B58}" presName="negativeSpace" presStyleCnt="0"/>
      <dgm:spPr/>
    </dgm:pt>
    <dgm:pt modelId="{E6AD7FCC-A77D-4664-AAC9-6F93E7C486CA}" type="pres">
      <dgm:prSet presAssocID="{C3ECF094-FF89-4EC7-A371-B878D57A5B58}" presName="childText" presStyleLbl="conFgAcc1" presStyleIdx="1" presStyleCnt="4">
        <dgm:presLayoutVars>
          <dgm:bulletEnabled val="1"/>
        </dgm:presLayoutVars>
      </dgm:prSet>
      <dgm:spPr/>
    </dgm:pt>
    <dgm:pt modelId="{4A386D41-9A07-403B-BDF6-1BEC0BAE58EE}" type="pres">
      <dgm:prSet presAssocID="{A0C3F71B-360B-4F3C-B946-B8A88421DF7F}" presName="spaceBetweenRectangles" presStyleCnt="0"/>
      <dgm:spPr/>
    </dgm:pt>
    <dgm:pt modelId="{96F6E101-248C-4412-879B-5A93FA2D3108}" type="pres">
      <dgm:prSet presAssocID="{1837380B-12D9-405E-A943-D221DEFE3FC2}" presName="parentLin" presStyleCnt="0"/>
      <dgm:spPr/>
    </dgm:pt>
    <dgm:pt modelId="{3B97B6D9-CD70-4C8C-947F-811527900F2B}" type="pres">
      <dgm:prSet presAssocID="{1837380B-12D9-405E-A943-D221DEFE3FC2}" presName="parentLeftMargin" presStyleLbl="node1" presStyleIdx="1" presStyleCnt="4"/>
      <dgm:spPr/>
    </dgm:pt>
    <dgm:pt modelId="{85E657AA-0967-41E6-AB12-60AC274DCAC8}" type="pres">
      <dgm:prSet presAssocID="{1837380B-12D9-405E-A943-D221DEFE3FC2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51469756-C5D5-4B85-9E3C-D83D34D7B97F}" type="pres">
      <dgm:prSet presAssocID="{1837380B-12D9-405E-A943-D221DEFE3FC2}" presName="negativeSpace" presStyleCnt="0"/>
      <dgm:spPr/>
    </dgm:pt>
    <dgm:pt modelId="{0AC7732A-8446-4F33-B129-7B2CA9008E5C}" type="pres">
      <dgm:prSet presAssocID="{1837380B-12D9-405E-A943-D221DEFE3FC2}" presName="childText" presStyleLbl="conFgAcc1" presStyleIdx="2" presStyleCnt="4">
        <dgm:presLayoutVars>
          <dgm:bulletEnabled val="1"/>
        </dgm:presLayoutVars>
      </dgm:prSet>
      <dgm:spPr/>
    </dgm:pt>
    <dgm:pt modelId="{413A13A0-8710-4213-BB92-0D7B5A8F25FC}" type="pres">
      <dgm:prSet presAssocID="{84986ED5-173F-451F-BA01-699FACA7B518}" presName="spaceBetweenRectangles" presStyleCnt="0"/>
      <dgm:spPr/>
    </dgm:pt>
    <dgm:pt modelId="{C60E1756-24EF-434B-835F-1E637DE9D941}" type="pres">
      <dgm:prSet presAssocID="{DCECCE83-7623-4D30-99E1-23507BC76F0D}" presName="parentLin" presStyleCnt="0"/>
      <dgm:spPr/>
    </dgm:pt>
    <dgm:pt modelId="{20C69596-2402-441D-B051-D6C2DF03A950}" type="pres">
      <dgm:prSet presAssocID="{DCECCE83-7623-4D30-99E1-23507BC76F0D}" presName="parentLeftMargin" presStyleLbl="node1" presStyleIdx="2" presStyleCnt="4"/>
      <dgm:spPr/>
    </dgm:pt>
    <dgm:pt modelId="{E58F5C00-9078-4548-A41A-B88AC566AB55}" type="pres">
      <dgm:prSet presAssocID="{DCECCE83-7623-4D30-99E1-23507BC76F0D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2807AD86-251C-40C5-870B-938162C83F09}" type="pres">
      <dgm:prSet presAssocID="{DCECCE83-7623-4D30-99E1-23507BC76F0D}" presName="negativeSpace" presStyleCnt="0"/>
      <dgm:spPr/>
    </dgm:pt>
    <dgm:pt modelId="{A7B0578C-5096-4C7A-A135-D111D139D6F2}" type="pres">
      <dgm:prSet presAssocID="{DCECCE83-7623-4D30-99E1-23507BC76F0D}" presName="childText" presStyleLbl="conFgAcc1" presStyleIdx="3" presStyleCnt="4">
        <dgm:presLayoutVars>
          <dgm:bulletEnabled val="1"/>
        </dgm:presLayoutVars>
      </dgm:prSet>
      <dgm:spPr/>
    </dgm:pt>
  </dgm:ptLst>
  <dgm:cxnLst>
    <dgm:cxn modelId="{ECC03E0E-107B-45C7-B227-B6AF7CC540E6}" type="presOf" srcId="{C3ECF094-FF89-4EC7-A371-B878D57A5B58}" destId="{DB78EB2A-D065-4BF0-9888-F1B38E47E345}" srcOrd="1" destOrd="0" presId="urn:microsoft.com/office/officeart/2005/8/layout/list1"/>
    <dgm:cxn modelId="{173FD828-DDC9-43AC-82AD-99094F33C645}" type="presOf" srcId="{DCECCE83-7623-4D30-99E1-23507BC76F0D}" destId="{E58F5C00-9078-4548-A41A-B88AC566AB55}" srcOrd="1" destOrd="0" presId="urn:microsoft.com/office/officeart/2005/8/layout/list1"/>
    <dgm:cxn modelId="{EB444037-A4CA-4BC3-A1C8-6C1CADE08C99}" type="presOf" srcId="{61A84F40-4CBB-4AB1-A5BC-9017D2947FB6}" destId="{9F7DCC74-93BB-4D42-AABC-AB976339734C}" srcOrd="0" destOrd="0" presId="urn:microsoft.com/office/officeart/2005/8/layout/list1"/>
    <dgm:cxn modelId="{154E5A4B-4814-45F9-B5AC-D57292916685}" srcId="{61A84F40-4CBB-4AB1-A5BC-9017D2947FB6}" destId="{DCECCE83-7623-4D30-99E1-23507BC76F0D}" srcOrd="3" destOrd="0" parTransId="{788BD1A9-D38C-4CAF-8241-0A289959ED06}" sibTransId="{C4454FAC-8A13-42F5-83D3-79B63ECB72CC}"/>
    <dgm:cxn modelId="{F2CA3D73-40C6-4472-BB12-6DE72D1B3010}" srcId="{61A84F40-4CBB-4AB1-A5BC-9017D2947FB6}" destId="{C66FF1BC-572D-409C-98C2-2B0D43857F1C}" srcOrd="0" destOrd="0" parTransId="{76420E77-29F2-4BC5-8FB2-9927FF2B5404}" sibTransId="{39B8F52C-F3E2-4726-B2A5-155F312137A8}"/>
    <dgm:cxn modelId="{FD0F7280-F895-4298-BA9C-F7D2BB074744}" type="presOf" srcId="{C3ECF094-FF89-4EC7-A371-B878D57A5B58}" destId="{435A1420-C6B9-4F2C-985E-F1592484B884}" srcOrd="0" destOrd="0" presId="urn:microsoft.com/office/officeart/2005/8/layout/list1"/>
    <dgm:cxn modelId="{6904E090-CA38-4C7F-ADC0-E9DE7D35D4C8}" type="presOf" srcId="{1837380B-12D9-405E-A943-D221DEFE3FC2}" destId="{85E657AA-0967-41E6-AB12-60AC274DCAC8}" srcOrd="1" destOrd="0" presId="urn:microsoft.com/office/officeart/2005/8/layout/list1"/>
    <dgm:cxn modelId="{C08F16B9-28A2-4AB6-B688-454D52168292}" type="presOf" srcId="{C66FF1BC-572D-409C-98C2-2B0D43857F1C}" destId="{D5E38C5E-527B-41D9-AD57-E7BBD9113B1C}" srcOrd="1" destOrd="0" presId="urn:microsoft.com/office/officeart/2005/8/layout/list1"/>
    <dgm:cxn modelId="{EF0380D6-7373-4B19-A72A-E0073CEC32BD}" type="presOf" srcId="{C66FF1BC-572D-409C-98C2-2B0D43857F1C}" destId="{8A762622-8695-45FE-B0E9-A6AAFF30AA62}" srcOrd="0" destOrd="0" presId="urn:microsoft.com/office/officeart/2005/8/layout/list1"/>
    <dgm:cxn modelId="{120F66DA-6AE0-4937-85C9-5DE1AD602B6E}" type="presOf" srcId="{DCECCE83-7623-4D30-99E1-23507BC76F0D}" destId="{20C69596-2402-441D-B051-D6C2DF03A950}" srcOrd="0" destOrd="0" presId="urn:microsoft.com/office/officeart/2005/8/layout/list1"/>
    <dgm:cxn modelId="{79182DE8-25E8-4E42-AEE1-18035CB3E6F9}" srcId="{61A84F40-4CBB-4AB1-A5BC-9017D2947FB6}" destId="{C3ECF094-FF89-4EC7-A371-B878D57A5B58}" srcOrd="1" destOrd="0" parTransId="{38F5681B-C28B-4B43-8F88-ED4A12FE1F97}" sibTransId="{A0C3F71B-360B-4F3C-B946-B8A88421DF7F}"/>
    <dgm:cxn modelId="{05029BEE-E500-4C0A-8BB1-7AA7E14ED05C}" type="presOf" srcId="{1837380B-12D9-405E-A943-D221DEFE3FC2}" destId="{3B97B6D9-CD70-4C8C-947F-811527900F2B}" srcOrd="0" destOrd="0" presId="urn:microsoft.com/office/officeart/2005/8/layout/list1"/>
    <dgm:cxn modelId="{2F0166F9-58B2-4DC1-9F42-B9309A91D900}" srcId="{61A84F40-4CBB-4AB1-A5BC-9017D2947FB6}" destId="{1837380B-12D9-405E-A943-D221DEFE3FC2}" srcOrd="2" destOrd="0" parTransId="{A0EDACBB-FDDC-4320-B7B3-D17B260BA949}" sibTransId="{84986ED5-173F-451F-BA01-699FACA7B518}"/>
    <dgm:cxn modelId="{6A2D76DB-6CA9-4637-B3E5-FDD876A02738}" type="presParOf" srcId="{9F7DCC74-93BB-4D42-AABC-AB976339734C}" destId="{6438031E-0BBE-48AD-829C-32D4483B8F09}" srcOrd="0" destOrd="0" presId="urn:microsoft.com/office/officeart/2005/8/layout/list1"/>
    <dgm:cxn modelId="{E7BD0C3E-F255-46F3-9BB3-247227E370BF}" type="presParOf" srcId="{6438031E-0BBE-48AD-829C-32D4483B8F09}" destId="{8A762622-8695-45FE-B0E9-A6AAFF30AA62}" srcOrd="0" destOrd="0" presId="urn:microsoft.com/office/officeart/2005/8/layout/list1"/>
    <dgm:cxn modelId="{BF3F1B3F-61A7-411F-9499-B104F57DA423}" type="presParOf" srcId="{6438031E-0BBE-48AD-829C-32D4483B8F09}" destId="{D5E38C5E-527B-41D9-AD57-E7BBD9113B1C}" srcOrd="1" destOrd="0" presId="urn:microsoft.com/office/officeart/2005/8/layout/list1"/>
    <dgm:cxn modelId="{A9601816-9C1B-434F-88D9-1C087A4898B8}" type="presParOf" srcId="{9F7DCC74-93BB-4D42-AABC-AB976339734C}" destId="{DC79CD75-5166-4392-8CB1-1B140B2416CA}" srcOrd="1" destOrd="0" presId="urn:microsoft.com/office/officeart/2005/8/layout/list1"/>
    <dgm:cxn modelId="{E0B03535-0123-413F-A924-B0CDB84F18D6}" type="presParOf" srcId="{9F7DCC74-93BB-4D42-AABC-AB976339734C}" destId="{1F97FC90-8D66-41DA-B07A-94F0AAE91539}" srcOrd="2" destOrd="0" presId="urn:microsoft.com/office/officeart/2005/8/layout/list1"/>
    <dgm:cxn modelId="{8EA46C17-16ED-4BF1-A155-992F8DB9FC6A}" type="presParOf" srcId="{9F7DCC74-93BB-4D42-AABC-AB976339734C}" destId="{BBDB55A7-8B3A-4583-BE41-2385EEA50529}" srcOrd="3" destOrd="0" presId="urn:microsoft.com/office/officeart/2005/8/layout/list1"/>
    <dgm:cxn modelId="{3B73A006-F59F-48F4-9FC2-84BABDC8DD15}" type="presParOf" srcId="{9F7DCC74-93BB-4D42-AABC-AB976339734C}" destId="{9E4AE170-0F7C-4E41-994B-012452CFDC1B}" srcOrd="4" destOrd="0" presId="urn:microsoft.com/office/officeart/2005/8/layout/list1"/>
    <dgm:cxn modelId="{B63BF263-1662-4CA5-B576-60E56D4B014B}" type="presParOf" srcId="{9E4AE170-0F7C-4E41-994B-012452CFDC1B}" destId="{435A1420-C6B9-4F2C-985E-F1592484B884}" srcOrd="0" destOrd="0" presId="urn:microsoft.com/office/officeart/2005/8/layout/list1"/>
    <dgm:cxn modelId="{1D76488D-A61B-484D-9380-DA1464523297}" type="presParOf" srcId="{9E4AE170-0F7C-4E41-994B-012452CFDC1B}" destId="{DB78EB2A-D065-4BF0-9888-F1B38E47E345}" srcOrd="1" destOrd="0" presId="urn:microsoft.com/office/officeart/2005/8/layout/list1"/>
    <dgm:cxn modelId="{FC982318-9C41-442C-9403-3BFE1EB88B56}" type="presParOf" srcId="{9F7DCC74-93BB-4D42-AABC-AB976339734C}" destId="{3E766E10-9B11-4B82-A549-8B84AC4E93DE}" srcOrd="5" destOrd="0" presId="urn:microsoft.com/office/officeart/2005/8/layout/list1"/>
    <dgm:cxn modelId="{40D02451-4D4C-4B01-8966-37439AC923BA}" type="presParOf" srcId="{9F7DCC74-93BB-4D42-AABC-AB976339734C}" destId="{E6AD7FCC-A77D-4664-AAC9-6F93E7C486CA}" srcOrd="6" destOrd="0" presId="urn:microsoft.com/office/officeart/2005/8/layout/list1"/>
    <dgm:cxn modelId="{57C9907F-AC8B-4996-9DC0-C6F4602482A0}" type="presParOf" srcId="{9F7DCC74-93BB-4D42-AABC-AB976339734C}" destId="{4A386D41-9A07-403B-BDF6-1BEC0BAE58EE}" srcOrd="7" destOrd="0" presId="urn:microsoft.com/office/officeart/2005/8/layout/list1"/>
    <dgm:cxn modelId="{9C6410C6-B422-413E-9C33-1A8C4298CF0E}" type="presParOf" srcId="{9F7DCC74-93BB-4D42-AABC-AB976339734C}" destId="{96F6E101-248C-4412-879B-5A93FA2D3108}" srcOrd="8" destOrd="0" presId="urn:microsoft.com/office/officeart/2005/8/layout/list1"/>
    <dgm:cxn modelId="{0B3BA3C2-D1C2-4688-894D-237BBCB0AE69}" type="presParOf" srcId="{96F6E101-248C-4412-879B-5A93FA2D3108}" destId="{3B97B6D9-CD70-4C8C-947F-811527900F2B}" srcOrd="0" destOrd="0" presId="urn:microsoft.com/office/officeart/2005/8/layout/list1"/>
    <dgm:cxn modelId="{456308F0-3801-410E-80EF-50E6FBC971AC}" type="presParOf" srcId="{96F6E101-248C-4412-879B-5A93FA2D3108}" destId="{85E657AA-0967-41E6-AB12-60AC274DCAC8}" srcOrd="1" destOrd="0" presId="urn:microsoft.com/office/officeart/2005/8/layout/list1"/>
    <dgm:cxn modelId="{A8EB4086-12CC-4D0D-95A2-B299C6F33A6F}" type="presParOf" srcId="{9F7DCC74-93BB-4D42-AABC-AB976339734C}" destId="{51469756-C5D5-4B85-9E3C-D83D34D7B97F}" srcOrd="9" destOrd="0" presId="urn:microsoft.com/office/officeart/2005/8/layout/list1"/>
    <dgm:cxn modelId="{463D03E4-2EA1-497E-9D46-36FC976E94B8}" type="presParOf" srcId="{9F7DCC74-93BB-4D42-AABC-AB976339734C}" destId="{0AC7732A-8446-4F33-B129-7B2CA9008E5C}" srcOrd="10" destOrd="0" presId="urn:microsoft.com/office/officeart/2005/8/layout/list1"/>
    <dgm:cxn modelId="{BB80EE77-0835-4FCC-BECD-FC3E457A01A2}" type="presParOf" srcId="{9F7DCC74-93BB-4D42-AABC-AB976339734C}" destId="{413A13A0-8710-4213-BB92-0D7B5A8F25FC}" srcOrd="11" destOrd="0" presId="urn:microsoft.com/office/officeart/2005/8/layout/list1"/>
    <dgm:cxn modelId="{EF892A2F-917C-4B28-8993-6A34D4A2FA18}" type="presParOf" srcId="{9F7DCC74-93BB-4D42-AABC-AB976339734C}" destId="{C60E1756-24EF-434B-835F-1E637DE9D941}" srcOrd="12" destOrd="0" presId="urn:microsoft.com/office/officeart/2005/8/layout/list1"/>
    <dgm:cxn modelId="{431D00EF-87B5-4B21-A051-A61737CC29C7}" type="presParOf" srcId="{C60E1756-24EF-434B-835F-1E637DE9D941}" destId="{20C69596-2402-441D-B051-D6C2DF03A950}" srcOrd="0" destOrd="0" presId="urn:microsoft.com/office/officeart/2005/8/layout/list1"/>
    <dgm:cxn modelId="{620801B4-BD35-40BB-AB2B-1F922BA950EF}" type="presParOf" srcId="{C60E1756-24EF-434B-835F-1E637DE9D941}" destId="{E58F5C00-9078-4548-A41A-B88AC566AB55}" srcOrd="1" destOrd="0" presId="urn:microsoft.com/office/officeart/2005/8/layout/list1"/>
    <dgm:cxn modelId="{83B8C2A4-C5BF-439E-BFF2-AA0D3CBA4EA2}" type="presParOf" srcId="{9F7DCC74-93BB-4D42-AABC-AB976339734C}" destId="{2807AD86-251C-40C5-870B-938162C83F09}" srcOrd="13" destOrd="0" presId="urn:microsoft.com/office/officeart/2005/8/layout/list1"/>
    <dgm:cxn modelId="{FEC9D3B9-D608-44AB-A42C-26397D0B7167}" type="presParOf" srcId="{9F7DCC74-93BB-4D42-AABC-AB976339734C}" destId="{A7B0578C-5096-4C7A-A135-D111D139D6F2}" srcOrd="14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F97FC90-8D66-41DA-B07A-94F0AAE91539}">
      <dsp:nvSpPr>
        <dsp:cNvPr id="0" name=""/>
        <dsp:cNvSpPr/>
      </dsp:nvSpPr>
      <dsp:spPr>
        <a:xfrm>
          <a:off x="0" y="565446"/>
          <a:ext cx="4775935" cy="907200"/>
        </a:xfrm>
        <a:prstGeom prst="rect">
          <a:avLst/>
        </a:prstGeom>
        <a:solidFill>
          <a:schemeClr val="dk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5E38C5E-527B-41D9-AD57-E7BBD9113B1C}">
      <dsp:nvSpPr>
        <dsp:cNvPr id="0" name=""/>
        <dsp:cNvSpPr/>
      </dsp:nvSpPr>
      <dsp:spPr>
        <a:xfrm>
          <a:off x="238796" y="34086"/>
          <a:ext cx="3343154" cy="106272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6363" tIns="0" rIns="126363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• UC-1: Join a Study Group (Mariah)</a:t>
          </a:r>
        </a:p>
      </dsp:txBody>
      <dsp:txXfrm>
        <a:off x="290674" y="85964"/>
        <a:ext cx="3239398" cy="958964"/>
      </dsp:txXfrm>
    </dsp:sp>
    <dsp:sp modelId="{E6AD7FCC-A77D-4664-AAC9-6F93E7C486CA}">
      <dsp:nvSpPr>
        <dsp:cNvPr id="0" name=""/>
        <dsp:cNvSpPr/>
      </dsp:nvSpPr>
      <dsp:spPr>
        <a:xfrm>
          <a:off x="0" y="2198406"/>
          <a:ext cx="4775935" cy="907200"/>
        </a:xfrm>
        <a:prstGeom prst="rect">
          <a:avLst/>
        </a:prstGeom>
        <a:solidFill>
          <a:schemeClr val="dk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B78EB2A-D065-4BF0-9888-F1B38E47E345}">
      <dsp:nvSpPr>
        <dsp:cNvPr id="0" name=""/>
        <dsp:cNvSpPr/>
      </dsp:nvSpPr>
      <dsp:spPr>
        <a:xfrm>
          <a:off x="238796" y="1667046"/>
          <a:ext cx="3343154" cy="106272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6363" tIns="0" rIns="126363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• UC-2: Post a Question &amp; Accept an Answer (Ethan)</a:t>
          </a:r>
        </a:p>
      </dsp:txBody>
      <dsp:txXfrm>
        <a:off x="290674" y="1718924"/>
        <a:ext cx="3239398" cy="958964"/>
      </dsp:txXfrm>
    </dsp:sp>
    <dsp:sp modelId="{0AC7732A-8446-4F33-B129-7B2CA9008E5C}">
      <dsp:nvSpPr>
        <dsp:cNvPr id="0" name=""/>
        <dsp:cNvSpPr/>
      </dsp:nvSpPr>
      <dsp:spPr>
        <a:xfrm>
          <a:off x="0" y="3831366"/>
          <a:ext cx="4775935" cy="907200"/>
        </a:xfrm>
        <a:prstGeom prst="rect">
          <a:avLst/>
        </a:prstGeom>
        <a:solidFill>
          <a:schemeClr val="dk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5E657AA-0967-41E6-AB12-60AC274DCAC8}">
      <dsp:nvSpPr>
        <dsp:cNvPr id="0" name=""/>
        <dsp:cNvSpPr/>
      </dsp:nvSpPr>
      <dsp:spPr>
        <a:xfrm>
          <a:off x="238796" y="3300006"/>
          <a:ext cx="3343154" cy="106272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6363" tIns="0" rIns="126363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• UC-3: Upload &amp; Tag a Resource (TBD)</a:t>
          </a:r>
        </a:p>
      </dsp:txBody>
      <dsp:txXfrm>
        <a:off x="290674" y="3351884"/>
        <a:ext cx="3239398" cy="958964"/>
      </dsp:txXfrm>
    </dsp:sp>
    <dsp:sp modelId="{A7B0578C-5096-4C7A-A135-D111D139D6F2}">
      <dsp:nvSpPr>
        <dsp:cNvPr id="0" name=""/>
        <dsp:cNvSpPr/>
      </dsp:nvSpPr>
      <dsp:spPr>
        <a:xfrm>
          <a:off x="0" y="5464326"/>
          <a:ext cx="4775935" cy="907200"/>
        </a:xfrm>
        <a:prstGeom prst="rect">
          <a:avLst/>
        </a:prstGeom>
        <a:solidFill>
          <a:schemeClr val="dk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58F5C00-9078-4548-A41A-B88AC566AB55}">
      <dsp:nvSpPr>
        <dsp:cNvPr id="0" name=""/>
        <dsp:cNvSpPr/>
      </dsp:nvSpPr>
      <dsp:spPr>
        <a:xfrm>
          <a:off x="238796" y="4932966"/>
          <a:ext cx="3343154" cy="106272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6363" tIns="0" rIns="126363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• UC-4: Assignment Planner with Calendar Sync (Brandon)</a:t>
          </a:r>
        </a:p>
      </dsp:txBody>
      <dsp:txXfrm>
        <a:off x="290674" y="4984844"/>
        <a:ext cx="3239398" cy="95896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Slide Background Fill">
            <a:extLst>
              <a:ext uri="{FF2B5EF4-FFF2-40B4-BE49-F238E27FC236}">
                <a16:creationId xmlns:a16="http://schemas.microsoft.com/office/drawing/2014/main" id="{C7D023E4-8DE1-436E-9847-ED6A4B4B04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8" y="0"/>
            <a:ext cx="914171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1FEC590B-3306-47E9-BD67-97F3F76169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9141714" cy="6858000"/>
            <a:chOff x="651279" y="598259"/>
            <a:chExt cx="10889442" cy="5680742"/>
          </a:xfrm>
        </p:grpSpPr>
        <p:sp>
          <p:nvSpPr>
            <p:cNvPr id="11" name="Color">
              <a:extLst>
                <a:ext uri="{FF2B5EF4-FFF2-40B4-BE49-F238E27FC236}">
                  <a16:creationId xmlns:a16="http://schemas.microsoft.com/office/drawing/2014/main" id="{54F87DBC-E43C-4CE4-A8C5-61E3D68194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Color">
              <a:extLst>
                <a:ext uri="{FF2B5EF4-FFF2-40B4-BE49-F238E27FC236}">
                  <a16:creationId xmlns:a16="http://schemas.microsoft.com/office/drawing/2014/main" id="{CD39A88A-7F84-4ACA-877B-E28BC26CD8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A47AAF5E-1692-48C9-98FB-6432BF0BC4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3" y="0"/>
            <a:ext cx="9141717" cy="6858000"/>
            <a:chOff x="0" y="0"/>
            <a:chExt cx="12188952" cy="6858000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5F36A26D-E71D-4663-B197-8B7BFA37AD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8A821CEB-DA96-4952-93B9-81F9C42BAD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C8EDE0-D69B-4F65-9AB7-DDE7EAD78E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546F0982-BF10-4BF6-842A-F631654FFD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2B313509-2128-42CA-81B6-C9EC23E44C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1589188C-E06E-4F8A-BDD1-02ADF1408F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6B4E610F-FCD0-483F-B9F2-6DF2C28FE8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92281" y="666351"/>
            <a:ext cx="7918803" cy="3044335"/>
          </a:xfrm>
        </p:spPr>
        <p:txBody>
          <a:bodyPr anchor="b">
            <a:normAutofit/>
          </a:bodyPr>
          <a:lstStyle/>
          <a:p>
            <a:r>
              <a:rPr dirty="0">
                <a:solidFill>
                  <a:schemeClr val="bg1"/>
                </a:solidFill>
              </a:rPr>
              <a:t>Academic Support Hub – Week </a:t>
            </a:r>
            <a:r>
              <a:rPr lang="en-US" dirty="0">
                <a:solidFill>
                  <a:schemeClr val="bg1"/>
                </a:solidFill>
              </a:rPr>
              <a:t>12</a:t>
            </a:r>
            <a:r>
              <a:rPr dirty="0">
                <a:solidFill>
                  <a:schemeClr val="bg1"/>
                </a:solidFill>
              </a:rPr>
              <a:t> Update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92281" y="3866064"/>
            <a:ext cx="7918803" cy="2234485"/>
          </a:xfrm>
        </p:spPr>
        <p:txBody>
          <a:bodyPr anchor="t">
            <a:normAutofit/>
          </a:bodyPr>
          <a:lstStyle/>
          <a:p>
            <a:r>
              <a:rPr dirty="0">
                <a:solidFill>
                  <a:schemeClr val="bg1"/>
                </a:solidFill>
              </a:rPr>
              <a:t>Mariah, Ethan, </a:t>
            </a:r>
            <a:r>
              <a:rPr lang="en-US" dirty="0">
                <a:solidFill>
                  <a:schemeClr val="bg1"/>
                </a:solidFill>
              </a:rPr>
              <a:t>and </a:t>
            </a:r>
            <a:r>
              <a:rPr dirty="0">
                <a:solidFill>
                  <a:schemeClr val="bg1"/>
                </a:solidFill>
              </a:rPr>
              <a:t>Brandon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Slide background fill">
            <a:extLst>
              <a:ext uri="{FF2B5EF4-FFF2-40B4-BE49-F238E27FC236}">
                <a16:creationId xmlns:a16="http://schemas.microsoft.com/office/drawing/2014/main" id="{1D63C574-BFD2-41A1-A567-B0C3CC7FDD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Color 2">
            <a:extLst>
              <a:ext uri="{FF2B5EF4-FFF2-40B4-BE49-F238E27FC236}">
                <a16:creationId xmlns:a16="http://schemas.microsoft.com/office/drawing/2014/main" id="{E2A46BAB-8C31-42B2-90E8-B26DD3E81D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1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B3F7A3C7-0737-4E57-B30E-8EEFE638B4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3530289" cy="6858000"/>
            <a:chOff x="651279" y="598259"/>
            <a:chExt cx="10889442" cy="5680742"/>
          </a:xfrm>
        </p:grpSpPr>
        <p:sp>
          <p:nvSpPr>
            <p:cNvPr id="34" name="Color">
              <a:extLst>
                <a:ext uri="{FF2B5EF4-FFF2-40B4-BE49-F238E27FC236}">
                  <a16:creationId xmlns:a16="http://schemas.microsoft.com/office/drawing/2014/main" id="{3BE6D516-DFC6-4698-B3F1-5F591C1130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5" name="Color">
              <a:extLst>
                <a:ext uri="{FF2B5EF4-FFF2-40B4-BE49-F238E27FC236}">
                  <a16:creationId xmlns:a16="http://schemas.microsoft.com/office/drawing/2014/main" id="{C2580FB0-D146-458C-AF1B-8E8BBF6BBA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43F5E015-E085-4624-B431-B42414448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3" y="0"/>
            <a:ext cx="9141717" cy="6858000"/>
            <a:chOff x="0" y="0"/>
            <a:chExt cx="12188952" cy="6858000"/>
          </a:xfrm>
        </p:grpSpPr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4DDB60AE-8B9C-4BA0-93DC-F8C9EBF6D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9F247760-BE07-41A2-969E-570081E65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57A70BD2-76FC-4BDD-9E64-3B93D5EF3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AADD9643-5489-42CB-9762-FBAC2AAE9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09A2C16E-2745-4E3D-BECC-D66755221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52E5A063-571D-4461-9869-B3E93F6E69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366019AD-E33B-4DBF-BAD3-AE3611603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9788" y="841248"/>
            <a:ext cx="2636433" cy="5340097"/>
          </a:xfrm>
        </p:spPr>
        <p:txBody>
          <a:bodyPr anchor="ctr">
            <a:normAutofit/>
          </a:bodyPr>
          <a:lstStyle/>
          <a:p>
            <a:pPr algn="l"/>
            <a:r>
              <a:rPr lang="en-US" sz="4200" dirty="0">
                <a:solidFill>
                  <a:schemeClr val="bg1"/>
                </a:solidFill>
              </a:rPr>
              <a:t>Key Use Cases</a:t>
            </a:r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FA3B6DEB-ABE8-705A-359E-53C13087F26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6554612"/>
              </p:ext>
            </p:extLst>
          </p:nvPr>
        </p:nvGraphicFramePr>
        <p:xfrm>
          <a:off x="3739414" y="231006"/>
          <a:ext cx="4775935" cy="64056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30F5FCA-FF8E-C766-124C-99714377FA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Color Cover">
            <a:extLst>
              <a:ext uri="{FF2B5EF4-FFF2-40B4-BE49-F238E27FC236}">
                <a16:creationId xmlns:a16="http://schemas.microsoft.com/office/drawing/2014/main" id="{78AD467C-B48E-5C45-37DF-475D7EEBE6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Color Cover">
            <a:extLst>
              <a:ext uri="{FF2B5EF4-FFF2-40B4-BE49-F238E27FC236}">
                <a16:creationId xmlns:a16="http://schemas.microsoft.com/office/drawing/2014/main" id="{E072DCEB-D8F5-5EC7-0362-DA8075771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1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FBA9209D-F845-184B-2835-49E73D3D38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4548176" cy="6858000"/>
            <a:chOff x="651279" y="598259"/>
            <a:chExt cx="10889442" cy="5680742"/>
          </a:xfrm>
        </p:grpSpPr>
        <p:sp>
          <p:nvSpPr>
            <p:cNvPr id="13" name="Color">
              <a:extLst>
                <a:ext uri="{FF2B5EF4-FFF2-40B4-BE49-F238E27FC236}">
                  <a16:creationId xmlns:a16="http://schemas.microsoft.com/office/drawing/2014/main" id="{F1D84D9A-A127-4D08-B3D5-C8B85219DE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" name="Color">
              <a:extLst>
                <a:ext uri="{FF2B5EF4-FFF2-40B4-BE49-F238E27FC236}">
                  <a16:creationId xmlns:a16="http://schemas.microsoft.com/office/drawing/2014/main" id="{8886D32B-19B3-2690-36B1-D9D0134A85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15050C93-A9EF-01A5-4FA8-9C2FFF478F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3" y="0"/>
            <a:ext cx="9141717" cy="6858000"/>
            <a:chOff x="0" y="0"/>
            <a:chExt cx="12188952" cy="6858000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3AA57EC0-BC59-1F4C-AA49-8A7C669266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50833728-FE2A-D9E7-40B7-56F6C02917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27DC4086-B17D-D0FA-588B-F4586244D7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CA9B6D72-2E4A-6C2A-AE33-D9674E8EBA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A6B75EB4-F357-419C-ABD7-B385E5C2C0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743A4455-66B3-BD24-28BF-C79AC60981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9E1FCF9B-73C1-A915-132F-CB326EB5B6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26B99A83-315D-A649-50BA-2D6EC0B41D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788" y="841248"/>
            <a:ext cx="3847200" cy="5340097"/>
          </a:xfrm>
        </p:spPr>
        <p:txBody>
          <a:bodyPr anchor="ctr">
            <a:normAutofit/>
          </a:bodyPr>
          <a:lstStyle/>
          <a:p>
            <a:pPr algn="l"/>
            <a:r>
              <a:rPr lang="en-US" sz="4200" dirty="0">
                <a:solidFill>
                  <a:schemeClr val="bg1"/>
                </a:solidFill>
              </a:rPr>
              <a:t>What is ASH (Academic Support Hub)?</a:t>
            </a:r>
            <a:br>
              <a:rPr lang="it-IT" sz="4200" dirty="0">
                <a:solidFill>
                  <a:schemeClr val="bg1"/>
                </a:solidFill>
              </a:rPr>
            </a:br>
            <a:endParaRPr lang="en-US" sz="4200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97759C-5E6C-1C4B-72E6-4E958EA8E2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75527" y="758951"/>
            <a:ext cx="4076237" cy="5340097"/>
          </a:xfrm>
        </p:spPr>
        <p:txBody>
          <a:bodyPr anchor="ctr">
            <a:normAutofit/>
          </a:bodyPr>
          <a:lstStyle/>
          <a:p>
            <a:pPr>
              <a:buNone/>
            </a:pPr>
            <a:endParaRPr lang="en-US" sz="1800" dirty="0"/>
          </a:p>
          <a:p>
            <a:r>
              <a:rPr lang="en-US" sz="1800" dirty="0"/>
              <a:t>Central platform for PPU students to connect and collaborate</a:t>
            </a:r>
          </a:p>
          <a:p>
            <a:r>
              <a:rPr lang="en-US" sz="1800" dirty="0"/>
              <a:t>Features: Study Groups | Q&amp;A Forum | Resource Hub | Planner Sync (TBD)</a:t>
            </a:r>
          </a:p>
          <a:p>
            <a:r>
              <a:rPr lang="en-US" sz="1800" dirty="0"/>
              <a:t>Designed to help commuters, athletes, and busy students stay organized</a:t>
            </a:r>
          </a:p>
          <a:p>
            <a:r>
              <a:rPr lang="en-US" sz="1800" dirty="0"/>
              <a:t>Focus → Academic support through connection &amp; structure</a:t>
            </a:r>
          </a:p>
        </p:txBody>
      </p:sp>
    </p:spTree>
    <p:extLst>
      <p:ext uri="{BB962C8B-B14F-4D97-AF65-F5344CB8AC3E}">
        <p14:creationId xmlns:p14="http://schemas.microsoft.com/office/powerpoint/2010/main" val="14161213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06118AE-A210-52D8-6479-9B030A9153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Color Cover">
            <a:extLst>
              <a:ext uri="{FF2B5EF4-FFF2-40B4-BE49-F238E27FC236}">
                <a16:creationId xmlns:a16="http://schemas.microsoft.com/office/drawing/2014/main" id="{F531D112-24F1-3F7F-9857-2A2FD172D7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Color Cover">
            <a:extLst>
              <a:ext uri="{FF2B5EF4-FFF2-40B4-BE49-F238E27FC236}">
                <a16:creationId xmlns:a16="http://schemas.microsoft.com/office/drawing/2014/main" id="{28228CC7-643A-575A-8294-E565864EC6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1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E973ACBB-85A1-3D39-40D8-448C8E818D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4548176" cy="6858000"/>
            <a:chOff x="651279" y="598259"/>
            <a:chExt cx="10889442" cy="5680742"/>
          </a:xfrm>
        </p:grpSpPr>
        <p:sp>
          <p:nvSpPr>
            <p:cNvPr id="13" name="Color">
              <a:extLst>
                <a:ext uri="{FF2B5EF4-FFF2-40B4-BE49-F238E27FC236}">
                  <a16:creationId xmlns:a16="http://schemas.microsoft.com/office/drawing/2014/main" id="{97D8A13C-4B5E-084C-CC07-7BBFAA06DD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" name="Color">
              <a:extLst>
                <a:ext uri="{FF2B5EF4-FFF2-40B4-BE49-F238E27FC236}">
                  <a16:creationId xmlns:a16="http://schemas.microsoft.com/office/drawing/2014/main" id="{F60BD387-2635-724C-5B66-2F9BB2D99C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B8ABD535-A11E-0768-86EC-F0C73E4054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3" y="0"/>
            <a:ext cx="9141717" cy="6858000"/>
            <a:chOff x="0" y="0"/>
            <a:chExt cx="12188952" cy="6858000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BDEF89D6-1893-4D88-4B63-5A7D3ADC00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F266BB90-3015-EC7F-4A38-F92D9A71A4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D6883919-E33B-C2A9-531C-602EA1815C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C05E6F71-41E4-C6EE-C492-872A6FA0B7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1BECB189-348F-BF2B-EA89-E52C466427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42504985-D1D9-5133-BFAB-BFD959F762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6B184A1D-01DF-BA25-1F8A-DE00BB3658B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00F1A0A7-292B-612D-50D6-1405B6A8FA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788" y="841248"/>
            <a:ext cx="3847200" cy="5340097"/>
          </a:xfrm>
        </p:spPr>
        <p:txBody>
          <a:bodyPr anchor="ctr">
            <a:normAutofit/>
          </a:bodyPr>
          <a:lstStyle/>
          <a:p>
            <a:pPr algn="l"/>
            <a:r>
              <a:rPr lang="en-US" sz="4200" dirty="0">
                <a:solidFill>
                  <a:schemeClr val="bg1"/>
                </a:solidFill>
              </a:rPr>
              <a:t>Key Takeaways from Week 12</a:t>
            </a:r>
            <a:br>
              <a:rPr lang="it-IT" sz="4200" dirty="0">
                <a:solidFill>
                  <a:schemeClr val="bg1"/>
                </a:solidFill>
              </a:rPr>
            </a:br>
            <a:endParaRPr lang="en-US" sz="4200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4BCD9C-7946-32AF-FC43-9BDFB6FFDD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75527" y="758951"/>
            <a:ext cx="4076237" cy="5340097"/>
          </a:xfrm>
        </p:spPr>
        <p:txBody>
          <a:bodyPr anchor="ctr">
            <a:normAutofit/>
          </a:bodyPr>
          <a:lstStyle/>
          <a:p>
            <a:r>
              <a:rPr lang="en-US" sz="1800" dirty="0"/>
              <a:t>UC-2 Q&amp;A feature was successfully integrated after major debugging</a:t>
            </a:r>
          </a:p>
          <a:p>
            <a:r>
              <a:rPr lang="en-US" sz="1800" dirty="0"/>
              <a:t>Repaired and updated teammate code directly in VS Code</a:t>
            </a:r>
          </a:p>
          <a:p>
            <a:r>
              <a:rPr lang="en-US" sz="1800" dirty="0"/>
              <a:t>Standardized all frontend → API communication through api.js</a:t>
            </a:r>
          </a:p>
          <a:p>
            <a:r>
              <a:rPr lang="en-US" sz="1800" dirty="0"/>
              <a:t>Updated home, study groups, and Q&amp;A pages to match project structure</a:t>
            </a:r>
          </a:p>
          <a:p>
            <a:r>
              <a:rPr lang="en-US" sz="1800" dirty="0"/>
              <a:t>Entire project pulled, merged, and deployed correctly to the jail</a:t>
            </a:r>
          </a:p>
          <a:p>
            <a:r>
              <a:rPr lang="en-US" sz="1800" dirty="0"/>
              <a:t>Backend is now running live through </a:t>
            </a:r>
            <a:r>
              <a:rPr lang="en-US" sz="1800" dirty="0" err="1"/>
              <a:t>tmux</a:t>
            </a:r>
            <a:r>
              <a:rPr lang="en-US" sz="1800" dirty="0"/>
              <a:t> with updated routes</a:t>
            </a:r>
          </a:p>
        </p:txBody>
      </p:sp>
    </p:spTree>
    <p:extLst>
      <p:ext uri="{BB962C8B-B14F-4D97-AF65-F5344CB8AC3E}">
        <p14:creationId xmlns:p14="http://schemas.microsoft.com/office/powerpoint/2010/main" val="40617234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D47F7A0-28D3-36D2-3546-74D3927760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Slide Background Fill">
            <a:extLst>
              <a:ext uri="{FF2B5EF4-FFF2-40B4-BE49-F238E27FC236}">
                <a16:creationId xmlns:a16="http://schemas.microsoft.com/office/drawing/2014/main" id="{8838EAF3-1A4A-5C3B-CCEF-00B1373D5D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8" y="0"/>
            <a:ext cx="914171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591AFB85-C8B3-E3BC-A55D-1936E47082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9141714" cy="6858000"/>
            <a:chOff x="651279" y="598259"/>
            <a:chExt cx="10889442" cy="5680742"/>
          </a:xfrm>
        </p:grpSpPr>
        <p:sp>
          <p:nvSpPr>
            <p:cNvPr id="11" name="Color">
              <a:extLst>
                <a:ext uri="{FF2B5EF4-FFF2-40B4-BE49-F238E27FC236}">
                  <a16:creationId xmlns:a16="http://schemas.microsoft.com/office/drawing/2014/main" id="{FA0142A9-2524-BB91-733E-7F80CB8CC5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Color">
              <a:extLst>
                <a:ext uri="{FF2B5EF4-FFF2-40B4-BE49-F238E27FC236}">
                  <a16:creationId xmlns:a16="http://schemas.microsoft.com/office/drawing/2014/main" id="{E207EC71-105B-81E9-32C5-0FB7AD7B92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6B28CEF-2B11-CBA2-69E8-B5F9831078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3" y="0"/>
            <a:ext cx="9141717" cy="6858000"/>
            <a:chOff x="0" y="0"/>
            <a:chExt cx="12188952" cy="6858000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5ADFFF86-A34F-D428-AC65-64A6506431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1D024479-F64D-79D4-939E-3400A786B9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A0A89B45-071B-A7D8-9846-5641E3BAB0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B9E41D70-3EBE-13A7-ECA5-279BFB162E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BEE9B487-B228-1FA8-348E-AD5B4FCD19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AB84D4A7-06F0-67FA-8EAC-3D00C0A7D5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8C2F1E8F-3323-09D6-1389-66B5E29181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8B07EF16-382B-13C2-4434-DB573196E2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2281" y="666352"/>
            <a:ext cx="7918803" cy="677416"/>
          </a:xfrm>
        </p:spPr>
        <p:txBody>
          <a:bodyPr anchor="b">
            <a:normAutofit fontScale="90000"/>
          </a:bodyPr>
          <a:lstStyle/>
          <a:p>
            <a:r>
              <a:rPr lang="en-US" sz="4200" dirty="0">
                <a:solidFill>
                  <a:schemeClr val="bg1"/>
                </a:solidFill>
              </a:rPr>
              <a:t>Current Status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A569D0C-ACA9-3FCA-7EC4-8D45316C3B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1455" y="1736310"/>
            <a:ext cx="7918803" cy="4539114"/>
          </a:xfrm>
        </p:spPr>
        <p:txBody>
          <a:bodyPr anchor="t">
            <a:norm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Technical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Study Groups (UC-1) fully functional and MySQL-connected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Q&amp;A (UC-2) page loads, fetches, posts questions, and displays reactions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All frontend files now organized consistently (app/ directory)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New endpoints /</a:t>
            </a:r>
            <a:r>
              <a:rPr lang="en-US" sz="2000" dirty="0" err="1">
                <a:solidFill>
                  <a:schemeClr val="bg1"/>
                </a:solidFill>
              </a:rPr>
              <a:t>api</a:t>
            </a:r>
            <a:r>
              <a:rPr lang="en-US" sz="2000" dirty="0">
                <a:solidFill>
                  <a:schemeClr val="bg1"/>
                </a:solidFill>
              </a:rPr>
              <a:t>/home, /</a:t>
            </a:r>
            <a:r>
              <a:rPr lang="en-US" sz="2000" dirty="0" err="1">
                <a:solidFill>
                  <a:schemeClr val="bg1"/>
                </a:solidFill>
              </a:rPr>
              <a:t>api</a:t>
            </a:r>
            <a:r>
              <a:rPr lang="en-US" sz="2000" dirty="0">
                <a:solidFill>
                  <a:schemeClr val="bg1"/>
                </a:solidFill>
              </a:rPr>
              <a:t>/study-groups, /</a:t>
            </a:r>
            <a:r>
              <a:rPr lang="en-US" sz="2000" dirty="0" err="1">
                <a:solidFill>
                  <a:schemeClr val="bg1"/>
                </a:solidFill>
              </a:rPr>
              <a:t>api</a:t>
            </a:r>
            <a:r>
              <a:rPr lang="en-US" sz="2000" dirty="0">
                <a:solidFill>
                  <a:schemeClr val="bg1"/>
                </a:solidFill>
              </a:rPr>
              <a:t>/questions in place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Reactions UI now mounts correctly on Q&amp;A items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Jail deployment rebuilt and verified after merge fixes</a:t>
            </a:r>
          </a:p>
          <a:p>
            <a:endParaRPr lang="en-US" sz="2000" b="1" dirty="0">
              <a:solidFill>
                <a:schemeClr val="bg1"/>
              </a:solidFill>
            </a:endParaRPr>
          </a:p>
          <a:p>
            <a:r>
              <a:rPr lang="en-US" sz="2400" b="1" dirty="0">
                <a:solidFill>
                  <a:schemeClr val="bg1"/>
                </a:solidFill>
              </a:rPr>
              <a:t>Team Progress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Helped UC-2 teammate resolve PR issues and broken local environment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Ensured unified coding style and working project structure</a:t>
            </a:r>
          </a:p>
          <a:p>
            <a:endParaRPr lang="en-US" sz="24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257320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230512B-E144-DB24-5158-2AFF953E20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Slide Background Fill">
            <a:extLst>
              <a:ext uri="{FF2B5EF4-FFF2-40B4-BE49-F238E27FC236}">
                <a16:creationId xmlns:a16="http://schemas.microsoft.com/office/drawing/2014/main" id="{F4E401A9-D2A5-9188-1E19-B71F2EA0F3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8" y="0"/>
            <a:ext cx="914171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E0C22610-4E47-300C-8F8F-76F27C14EE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9141714" cy="6858000"/>
            <a:chOff x="651279" y="598259"/>
            <a:chExt cx="10889442" cy="5680742"/>
          </a:xfrm>
        </p:grpSpPr>
        <p:sp>
          <p:nvSpPr>
            <p:cNvPr id="11" name="Color">
              <a:extLst>
                <a:ext uri="{FF2B5EF4-FFF2-40B4-BE49-F238E27FC236}">
                  <a16:creationId xmlns:a16="http://schemas.microsoft.com/office/drawing/2014/main" id="{BBC4E394-B8D9-50E3-3290-27831C1FFD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Color">
              <a:extLst>
                <a:ext uri="{FF2B5EF4-FFF2-40B4-BE49-F238E27FC236}">
                  <a16:creationId xmlns:a16="http://schemas.microsoft.com/office/drawing/2014/main" id="{A5874488-8260-2243-95DD-5B5AACABF6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087BF66E-6C67-0DA7-4593-A62D881B53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3" y="0"/>
            <a:ext cx="9141717" cy="6858000"/>
            <a:chOff x="0" y="0"/>
            <a:chExt cx="12188952" cy="6858000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12E168A-D216-BA0D-C141-3C37AFEF0E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56B40379-DE3E-0EE1-8BEF-09690CD198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DB9BEF57-8BDF-5C61-6DD3-081A331B26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0649C6B9-590C-F878-E020-064B71043B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BDF119E2-FF60-1D73-E98E-EC2EE307F5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602753DF-88E4-9AB5-4DB9-8ED27AAF7E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9D49CB17-894E-A569-87D3-7143385240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6FB85A1-E055-B775-83E0-FADCB2B9B1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2281" y="666352"/>
            <a:ext cx="7918803" cy="677416"/>
          </a:xfrm>
        </p:spPr>
        <p:txBody>
          <a:bodyPr anchor="b">
            <a:normAutofit fontScale="90000"/>
          </a:bodyPr>
          <a:lstStyle/>
          <a:p>
            <a:r>
              <a:rPr lang="en-US" sz="4200" dirty="0">
                <a:solidFill>
                  <a:schemeClr val="bg1"/>
                </a:solidFill>
              </a:rPr>
              <a:t>Next Steps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CE0408E-5177-A163-8641-973ADB5B9B0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1455" y="1736310"/>
            <a:ext cx="7918803" cy="4539114"/>
          </a:xfrm>
        </p:spPr>
        <p:txBody>
          <a:bodyPr anchor="t"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Add database integration for UC-2 (questions + reactions persistence)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Connect Resources and Planner pages to new backend routes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Improve home dashboard metrics with live MySQL data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Integrate calendar and reminder tools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Build course-specific group tabs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Add PPU email verification for trust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Implement badges and Q&amp;A upvoting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bg1"/>
              </a:solidFill>
            </a:endParaRPr>
          </a:p>
          <a:p>
            <a:endParaRPr lang="en-US" sz="2000" b="1" dirty="0">
              <a:solidFill>
                <a:schemeClr val="bg1"/>
              </a:solidFill>
            </a:endParaRPr>
          </a:p>
          <a:p>
            <a:endParaRPr lang="en-US" sz="24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56579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ASH - Week 11 Update</Template>
  <TotalTime>81</TotalTime>
  <Words>338</Words>
  <Application>Microsoft Office PowerPoint</Application>
  <PresentationFormat>On-screen Show (4:3)</PresentationFormat>
  <Paragraphs>41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Academic Support Hub – Week 12 Update</vt:lpstr>
      <vt:lpstr>Key Use Cases</vt:lpstr>
      <vt:lpstr>What is ASH (Academic Support Hub)? </vt:lpstr>
      <vt:lpstr>Key Takeaways from Week 12 </vt:lpstr>
      <vt:lpstr>Current Status</vt:lpstr>
      <vt:lpstr>Next Steps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Martin, Mariah L</dc:creator>
  <cp:keywords/>
  <dc:description>generated using python-pptx</dc:description>
  <cp:lastModifiedBy>Martin, Mariah L</cp:lastModifiedBy>
  <cp:revision>1</cp:revision>
  <dcterms:created xsi:type="dcterms:W3CDTF">2025-11-18T23:27:35Z</dcterms:created>
  <dcterms:modified xsi:type="dcterms:W3CDTF">2025-11-19T00:49:03Z</dcterms:modified>
  <cp:category/>
</cp:coreProperties>
</file>