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8" r:id="rId4"/>
    <p:sldId id="280" r:id="rId5"/>
    <p:sldId id="279" r:id="rId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9FD1B-E178-4939-B97C-6F580B6E1D96}" v="1" dt="2025-10-06T02:33:15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A84F40-4CBB-4AB1-A5BC-9017D2947FB6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66FF1BC-572D-409C-98C2-2B0D43857F1C}">
      <dgm:prSet custT="1"/>
      <dgm:spPr/>
      <dgm:t>
        <a:bodyPr/>
        <a:lstStyle/>
        <a:p>
          <a:r>
            <a:rPr lang="en-US" sz="1800" dirty="0"/>
            <a:t>• UC-1: Join a Study Group (Mariah)</a:t>
          </a:r>
        </a:p>
      </dgm:t>
    </dgm:pt>
    <dgm:pt modelId="{76420E77-29F2-4BC5-8FB2-9927FF2B5404}" type="parTrans" cxnId="{F2CA3D73-40C6-4472-BB12-6DE72D1B3010}">
      <dgm:prSet/>
      <dgm:spPr/>
      <dgm:t>
        <a:bodyPr/>
        <a:lstStyle/>
        <a:p>
          <a:endParaRPr lang="en-US" sz="1800"/>
        </a:p>
      </dgm:t>
    </dgm:pt>
    <dgm:pt modelId="{39B8F52C-F3E2-4726-B2A5-155F312137A8}" type="sibTrans" cxnId="{F2CA3D73-40C6-4472-BB12-6DE72D1B3010}">
      <dgm:prSet/>
      <dgm:spPr/>
      <dgm:t>
        <a:bodyPr/>
        <a:lstStyle/>
        <a:p>
          <a:endParaRPr lang="en-US" sz="1800"/>
        </a:p>
      </dgm:t>
    </dgm:pt>
    <dgm:pt modelId="{C3ECF094-FF89-4EC7-A371-B878D57A5B58}">
      <dgm:prSet custT="1"/>
      <dgm:spPr/>
      <dgm:t>
        <a:bodyPr/>
        <a:lstStyle/>
        <a:p>
          <a:r>
            <a:rPr lang="en-US" sz="1800" dirty="0"/>
            <a:t>• UC-2: Post a Question &amp; Accept an Answer (Ethan)</a:t>
          </a:r>
        </a:p>
      </dgm:t>
    </dgm:pt>
    <dgm:pt modelId="{38F5681B-C28B-4B43-8F88-ED4A12FE1F97}" type="parTrans" cxnId="{79182DE8-25E8-4E42-AEE1-18035CB3E6F9}">
      <dgm:prSet/>
      <dgm:spPr/>
      <dgm:t>
        <a:bodyPr/>
        <a:lstStyle/>
        <a:p>
          <a:endParaRPr lang="en-US" sz="1800"/>
        </a:p>
      </dgm:t>
    </dgm:pt>
    <dgm:pt modelId="{A0C3F71B-360B-4F3C-B946-B8A88421DF7F}" type="sibTrans" cxnId="{79182DE8-25E8-4E42-AEE1-18035CB3E6F9}">
      <dgm:prSet/>
      <dgm:spPr/>
      <dgm:t>
        <a:bodyPr/>
        <a:lstStyle/>
        <a:p>
          <a:endParaRPr lang="en-US" sz="1800"/>
        </a:p>
      </dgm:t>
    </dgm:pt>
    <dgm:pt modelId="{1837380B-12D9-405E-A943-D221DEFE3FC2}">
      <dgm:prSet custT="1"/>
      <dgm:spPr/>
      <dgm:t>
        <a:bodyPr/>
        <a:lstStyle/>
        <a:p>
          <a:r>
            <a:rPr lang="en-US" sz="1800" dirty="0"/>
            <a:t>• UC-3: Upload &amp; Tag a Resource (TBD)</a:t>
          </a:r>
        </a:p>
      </dgm:t>
    </dgm:pt>
    <dgm:pt modelId="{A0EDACBB-FDDC-4320-B7B3-D17B260BA949}" type="parTrans" cxnId="{2F0166F9-58B2-4DC1-9F42-B9309A91D900}">
      <dgm:prSet/>
      <dgm:spPr/>
      <dgm:t>
        <a:bodyPr/>
        <a:lstStyle/>
        <a:p>
          <a:endParaRPr lang="en-US" sz="1800"/>
        </a:p>
      </dgm:t>
    </dgm:pt>
    <dgm:pt modelId="{84986ED5-173F-451F-BA01-699FACA7B518}" type="sibTrans" cxnId="{2F0166F9-58B2-4DC1-9F42-B9309A91D900}">
      <dgm:prSet/>
      <dgm:spPr/>
      <dgm:t>
        <a:bodyPr/>
        <a:lstStyle/>
        <a:p>
          <a:endParaRPr lang="en-US" sz="1800"/>
        </a:p>
      </dgm:t>
    </dgm:pt>
    <dgm:pt modelId="{DCECCE83-7623-4D30-99E1-23507BC76F0D}">
      <dgm:prSet custT="1"/>
      <dgm:spPr/>
      <dgm:t>
        <a:bodyPr/>
        <a:lstStyle/>
        <a:p>
          <a:r>
            <a:rPr lang="en-US" sz="1800" dirty="0"/>
            <a:t>• UC-4: Assignment Planner with Calendar Sync (Brandon)</a:t>
          </a:r>
        </a:p>
      </dgm:t>
    </dgm:pt>
    <dgm:pt modelId="{788BD1A9-D38C-4CAF-8241-0A289959ED06}" type="parTrans" cxnId="{154E5A4B-4814-45F9-B5AC-D57292916685}">
      <dgm:prSet/>
      <dgm:spPr/>
      <dgm:t>
        <a:bodyPr/>
        <a:lstStyle/>
        <a:p>
          <a:endParaRPr lang="en-US" sz="1800"/>
        </a:p>
      </dgm:t>
    </dgm:pt>
    <dgm:pt modelId="{C4454FAC-8A13-42F5-83D3-79B63ECB72CC}" type="sibTrans" cxnId="{154E5A4B-4814-45F9-B5AC-D57292916685}">
      <dgm:prSet/>
      <dgm:spPr/>
      <dgm:t>
        <a:bodyPr/>
        <a:lstStyle/>
        <a:p>
          <a:endParaRPr lang="en-US" sz="1800"/>
        </a:p>
      </dgm:t>
    </dgm:pt>
    <dgm:pt modelId="{9F7DCC74-93BB-4D42-AABC-AB976339734C}" type="pres">
      <dgm:prSet presAssocID="{61A84F40-4CBB-4AB1-A5BC-9017D2947FB6}" presName="linear" presStyleCnt="0">
        <dgm:presLayoutVars>
          <dgm:dir/>
          <dgm:animLvl val="lvl"/>
          <dgm:resizeHandles val="exact"/>
        </dgm:presLayoutVars>
      </dgm:prSet>
      <dgm:spPr/>
    </dgm:pt>
    <dgm:pt modelId="{6438031E-0BBE-48AD-829C-32D4483B8F09}" type="pres">
      <dgm:prSet presAssocID="{C66FF1BC-572D-409C-98C2-2B0D43857F1C}" presName="parentLin" presStyleCnt="0"/>
      <dgm:spPr/>
    </dgm:pt>
    <dgm:pt modelId="{8A762622-8695-45FE-B0E9-A6AAFF30AA62}" type="pres">
      <dgm:prSet presAssocID="{C66FF1BC-572D-409C-98C2-2B0D43857F1C}" presName="parentLeftMargin" presStyleLbl="node1" presStyleIdx="0" presStyleCnt="4"/>
      <dgm:spPr/>
    </dgm:pt>
    <dgm:pt modelId="{D5E38C5E-527B-41D9-AD57-E7BBD9113B1C}" type="pres">
      <dgm:prSet presAssocID="{C66FF1BC-572D-409C-98C2-2B0D43857F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79CD75-5166-4392-8CB1-1B140B2416CA}" type="pres">
      <dgm:prSet presAssocID="{C66FF1BC-572D-409C-98C2-2B0D43857F1C}" presName="negativeSpace" presStyleCnt="0"/>
      <dgm:spPr/>
    </dgm:pt>
    <dgm:pt modelId="{1F97FC90-8D66-41DA-B07A-94F0AAE91539}" type="pres">
      <dgm:prSet presAssocID="{C66FF1BC-572D-409C-98C2-2B0D43857F1C}" presName="childText" presStyleLbl="conFgAcc1" presStyleIdx="0" presStyleCnt="4">
        <dgm:presLayoutVars>
          <dgm:bulletEnabled val="1"/>
        </dgm:presLayoutVars>
      </dgm:prSet>
      <dgm:spPr/>
    </dgm:pt>
    <dgm:pt modelId="{BBDB55A7-8B3A-4583-BE41-2385EEA50529}" type="pres">
      <dgm:prSet presAssocID="{39B8F52C-F3E2-4726-B2A5-155F312137A8}" presName="spaceBetweenRectangles" presStyleCnt="0"/>
      <dgm:spPr/>
    </dgm:pt>
    <dgm:pt modelId="{9E4AE170-0F7C-4E41-994B-012452CFDC1B}" type="pres">
      <dgm:prSet presAssocID="{C3ECF094-FF89-4EC7-A371-B878D57A5B58}" presName="parentLin" presStyleCnt="0"/>
      <dgm:spPr/>
    </dgm:pt>
    <dgm:pt modelId="{435A1420-C6B9-4F2C-985E-F1592484B884}" type="pres">
      <dgm:prSet presAssocID="{C3ECF094-FF89-4EC7-A371-B878D57A5B58}" presName="parentLeftMargin" presStyleLbl="node1" presStyleIdx="0" presStyleCnt="4"/>
      <dgm:spPr/>
    </dgm:pt>
    <dgm:pt modelId="{DB78EB2A-D065-4BF0-9888-F1B38E47E345}" type="pres">
      <dgm:prSet presAssocID="{C3ECF094-FF89-4EC7-A371-B878D57A5B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766E10-9B11-4B82-A549-8B84AC4E93DE}" type="pres">
      <dgm:prSet presAssocID="{C3ECF094-FF89-4EC7-A371-B878D57A5B58}" presName="negativeSpace" presStyleCnt="0"/>
      <dgm:spPr/>
    </dgm:pt>
    <dgm:pt modelId="{E6AD7FCC-A77D-4664-AAC9-6F93E7C486CA}" type="pres">
      <dgm:prSet presAssocID="{C3ECF094-FF89-4EC7-A371-B878D57A5B58}" presName="childText" presStyleLbl="conFgAcc1" presStyleIdx="1" presStyleCnt="4">
        <dgm:presLayoutVars>
          <dgm:bulletEnabled val="1"/>
        </dgm:presLayoutVars>
      </dgm:prSet>
      <dgm:spPr/>
    </dgm:pt>
    <dgm:pt modelId="{4A386D41-9A07-403B-BDF6-1BEC0BAE58EE}" type="pres">
      <dgm:prSet presAssocID="{A0C3F71B-360B-4F3C-B946-B8A88421DF7F}" presName="spaceBetweenRectangles" presStyleCnt="0"/>
      <dgm:spPr/>
    </dgm:pt>
    <dgm:pt modelId="{96F6E101-248C-4412-879B-5A93FA2D3108}" type="pres">
      <dgm:prSet presAssocID="{1837380B-12D9-405E-A943-D221DEFE3FC2}" presName="parentLin" presStyleCnt="0"/>
      <dgm:spPr/>
    </dgm:pt>
    <dgm:pt modelId="{3B97B6D9-CD70-4C8C-947F-811527900F2B}" type="pres">
      <dgm:prSet presAssocID="{1837380B-12D9-405E-A943-D221DEFE3FC2}" presName="parentLeftMargin" presStyleLbl="node1" presStyleIdx="1" presStyleCnt="4"/>
      <dgm:spPr/>
    </dgm:pt>
    <dgm:pt modelId="{85E657AA-0967-41E6-AB12-60AC274DCAC8}" type="pres">
      <dgm:prSet presAssocID="{1837380B-12D9-405E-A943-D221DEFE3F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469756-C5D5-4B85-9E3C-D83D34D7B97F}" type="pres">
      <dgm:prSet presAssocID="{1837380B-12D9-405E-A943-D221DEFE3FC2}" presName="negativeSpace" presStyleCnt="0"/>
      <dgm:spPr/>
    </dgm:pt>
    <dgm:pt modelId="{0AC7732A-8446-4F33-B129-7B2CA9008E5C}" type="pres">
      <dgm:prSet presAssocID="{1837380B-12D9-405E-A943-D221DEFE3FC2}" presName="childText" presStyleLbl="conFgAcc1" presStyleIdx="2" presStyleCnt="4">
        <dgm:presLayoutVars>
          <dgm:bulletEnabled val="1"/>
        </dgm:presLayoutVars>
      </dgm:prSet>
      <dgm:spPr/>
    </dgm:pt>
    <dgm:pt modelId="{413A13A0-8710-4213-BB92-0D7B5A8F25FC}" type="pres">
      <dgm:prSet presAssocID="{84986ED5-173F-451F-BA01-699FACA7B518}" presName="spaceBetweenRectangles" presStyleCnt="0"/>
      <dgm:spPr/>
    </dgm:pt>
    <dgm:pt modelId="{C60E1756-24EF-434B-835F-1E637DE9D941}" type="pres">
      <dgm:prSet presAssocID="{DCECCE83-7623-4D30-99E1-23507BC76F0D}" presName="parentLin" presStyleCnt="0"/>
      <dgm:spPr/>
    </dgm:pt>
    <dgm:pt modelId="{20C69596-2402-441D-B051-D6C2DF03A950}" type="pres">
      <dgm:prSet presAssocID="{DCECCE83-7623-4D30-99E1-23507BC76F0D}" presName="parentLeftMargin" presStyleLbl="node1" presStyleIdx="2" presStyleCnt="4"/>
      <dgm:spPr/>
    </dgm:pt>
    <dgm:pt modelId="{E58F5C00-9078-4548-A41A-B88AC566AB55}" type="pres">
      <dgm:prSet presAssocID="{DCECCE83-7623-4D30-99E1-23507BC76F0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807AD86-251C-40C5-870B-938162C83F09}" type="pres">
      <dgm:prSet presAssocID="{DCECCE83-7623-4D30-99E1-23507BC76F0D}" presName="negativeSpace" presStyleCnt="0"/>
      <dgm:spPr/>
    </dgm:pt>
    <dgm:pt modelId="{A7B0578C-5096-4C7A-A135-D111D139D6F2}" type="pres">
      <dgm:prSet presAssocID="{DCECCE83-7623-4D30-99E1-23507BC76F0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CC03E0E-107B-45C7-B227-B6AF7CC540E6}" type="presOf" srcId="{C3ECF094-FF89-4EC7-A371-B878D57A5B58}" destId="{DB78EB2A-D065-4BF0-9888-F1B38E47E345}" srcOrd="1" destOrd="0" presId="urn:microsoft.com/office/officeart/2005/8/layout/list1"/>
    <dgm:cxn modelId="{173FD828-DDC9-43AC-82AD-99094F33C645}" type="presOf" srcId="{DCECCE83-7623-4D30-99E1-23507BC76F0D}" destId="{E58F5C00-9078-4548-A41A-B88AC566AB55}" srcOrd="1" destOrd="0" presId="urn:microsoft.com/office/officeart/2005/8/layout/list1"/>
    <dgm:cxn modelId="{EB444037-A4CA-4BC3-A1C8-6C1CADE08C99}" type="presOf" srcId="{61A84F40-4CBB-4AB1-A5BC-9017D2947FB6}" destId="{9F7DCC74-93BB-4D42-AABC-AB976339734C}" srcOrd="0" destOrd="0" presId="urn:microsoft.com/office/officeart/2005/8/layout/list1"/>
    <dgm:cxn modelId="{154E5A4B-4814-45F9-B5AC-D57292916685}" srcId="{61A84F40-4CBB-4AB1-A5BC-9017D2947FB6}" destId="{DCECCE83-7623-4D30-99E1-23507BC76F0D}" srcOrd="3" destOrd="0" parTransId="{788BD1A9-D38C-4CAF-8241-0A289959ED06}" sibTransId="{C4454FAC-8A13-42F5-83D3-79B63ECB72CC}"/>
    <dgm:cxn modelId="{F2CA3D73-40C6-4472-BB12-6DE72D1B3010}" srcId="{61A84F40-4CBB-4AB1-A5BC-9017D2947FB6}" destId="{C66FF1BC-572D-409C-98C2-2B0D43857F1C}" srcOrd="0" destOrd="0" parTransId="{76420E77-29F2-4BC5-8FB2-9927FF2B5404}" sibTransId="{39B8F52C-F3E2-4726-B2A5-155F312137A8}"/>
    <dgm:cxn modelId="{FD0F7280-F895-4298-BA9C-F7D2BB074744}" type="presOf" srcId="{C3ECF094-FF89-4EC7-A371-B878D57A5B58}" destId="{435A1420-C6B9-4F2C-985E-F1592484B884}" srcOrd="0" destOrd="0" presId="urn:microsoft.com/office/officeart/2005/8/layout/list1"/>
    <dgm:cxn modelId="{6904E090-CA38-4C7F-ADC0-E9DE7D35D4C8}" type="presOf" srcId="{1837380B-12D9-405E-A943-D221DEFE3FC2}" destId="{85E657AA-0967-41E6-AB12-60AC274DCAC8}" srcOrd="1" destOrd="0" presId="urn:microsoft.com/office/officeart/2005/8/layout/list1"/>
    <dgm:cxn modelId="{C08F16B9-28A2-4AB6-B688-454D52168292}" type="presOf" srcId="{C66FF1BC-572D-409C-98C2-2B0D43857F1C}" destId="{D5E38C5E-527B-41D9-AD57-E7BBD9113B1C}" srcOrd="1" destOrd="0" presId="urn:microsoft.com/office/officeart/2005/8/layout/list1"/>
    <dgm:cxn modelId="{EF0380D6-7373-4B19-A72A-E0073CEC32BD}" type="presOf" srcId="{C66FF1BC-572D-409C-98C2-2B0D43857F1C}" destId="{8A762622-8695-45FE-B0E9-A6AAFF30AA62}" srcOrd="0" destOrd="0" presId="urn:microsoft.com/office/officeart/2005/8/layout/list1"/>
    <dgm:cxn modelId="{120F66DA-6AE0-4937-85C9-5DE1AD602B6E}" type="presOf" srcId="{DCECCE83-7623-4D30-99E1-23507BC76F0D}" destId="{20C69596-2402-441D-B051-D6C2DF03A950}" srcOrd="0" destOrd="0" presId="urn:microsoft.com/office/officeart/2005/8/layout/list1"/>
    <dgm:cxn modelId="{79182DE8-25E8-4E42-AEE1-18035CB3E6F9}" srcId="{61A84F40-4CBB-4AB1-A5BC-9017D2947FB6}" destId="{C3ECF094-FF89-4EC7-A371-B878D57A5B58}" srcOrd="1" destOrd="0" parTransId="{38F5681B-C28B-4B43-8F88-ED4A12FE1F97}" sibTransId="{A0C3F71B-360B-4F3C-B946-B8A88421DF7F}"/>
    <dgm:cxn modelId="{05029BEE-E500-4C0A-8BB1-7AA7E14ED05C}" type="presOf" srcId="{1837380B-12D9-405E-A943-D221DEFE3FC2}" destId="{3B97B6D9-CD70-4C8C-947F-811527900F2B}" srcOrd="0" destOrd="0" presId="urn:microsoft.com/office/officeart/2005/8/layout/list1"/>
    <dgm:cxn modelId="{2F0166F9-58B2-4DC1-9F42-B9309A91D900}" srcId="{61A84F40-4CBB-4AB1-A5BC-9017D2947FB6}" destId="{1837380B-12D9-405E-A943-D221DEFE3FC2}" srcOrd="2" destOrd="0" parTransId="{A0EDACBB-FDDC-4320-B7B3-D17B260BA949}" sibTransId="{84986ED5-173F-451F-BA01-699FACA7B518}"/>
    <dgm:cxn modelId="{6A2D76DB-6CA9-4637-B3E5-FDD876A02738}" type="presParOf" srcId="{9F7DCC74-93BB-4D42-AABC-AB976339734C}" destId="{6438031E-0BBE-48AD-829C-32D4483B8F09}" srcOrd="0" destOrd="0" presId="urn:microsoft.com/office/officeart/2005/8/layout/list1"/>
    <dgm:cxn modelId="{E7BD0C3E-F255-46F3-9BB3-247227E370BF}" type="presParOf" srcId="{6438031E-0BBE-48AD-829C-32D4483B8F09}" destId="{8A762622-8695-45FE-B0E9-A6AAFF30AA62}" srcOrd="0" destOrd="0" presId="urn:microsoft.com/office/officeart/2005/8/layout/list1"/>
    <dgm:cxn modelId="{BF3F1B3F-61A7-411F-9499-B104F57DA423}" type="presParOf" srcId="{6438031E-0BBE-48AD-829C-32D4483B8F09}" destId="{D5E38C5E-527B-41D9-AD57-E7BBD9113B1C}" srcOrd="1" destOrd="0" presId="urn:microsoft.com/office/officeart/2005/8/layout/list1"/>
    <dgm:cxn modelId="{A9601816-9C1B-434F-88D9-1C087A4898B8}" type="presParOf" srcId="{9F7DCC74-93BB-4D42-AABC-AB976339734C}" destId="{DC79CD75-5166-4392-8CB1-1B140B2416CA}" srcOrd="1" destOrd="0" presId="urn:microsoft.com/office/officeart/2005/8/layout/list1"/>
    <dgm:cxn modelId="{E0B03535-0123-413F-A924-B0CDB84F18D6}" type="presParOf" srcId="{9F7DCC74-93BB-4D42-AABC-AB976339734C}" destId="{1F97FC90-8D66-41DA-B07A-94F0AAE91539}" srcOrd="2" destOrd="0" presId="urn:microsoft.com/office/officeart/2005/8/layout/list1"/>
    <dgm:cxn modelId="{8EA46C17-16ED-4BF1-A155-992F8DB9FC6A}" type="presParOf" srcId="{9F7DCC74-93BB-4D42-AABC-AB976339734C}" destId="{BBDB55A7-8B3A-4583-BE41-2385EEA50529}" srcOrd="3" destOrd="0" presId="urn:microsoft.com/office/officeart/2005/8/layout/list1"/>
    <dgm:cxn modelId="{3B73A006-F59F-48F4-9FC2-84BABDC8DD15}" type="presParOf" srcId="{9F7DCC74-93BB-4D42-AABC-AB976339734C}" destId="{9E4AE170-0F7C-4E41-994B-012452CFDC1B}" srcOrd="4" destOrd="0" presId="urn:microsoft.com/office/officeart/2005/8/layout/list1"/>
    <dgm:cxn modelId="{B63BF263-1662-4CA5-B576-60E56D4B014B}" type="presParOf" srcId="{9E4AE170-0F7C-4E41-994B-012452CFDC1B}" destId="{435A1420-C6B9-4F2C-985E-F1592484B884}" srcOrd="0" destOrd="0" presId="urn:microsoft.com/office/officeart/2005/8/layout/list1"/>
    <dgm:cxn modelId="{1D76488D-A61B-484D-9380-DA1464523297}" type="presParOf" srcId="{9E4AE170-0F7C-4E41-994B-012452CFDC1B}" destId="{DB78EB2A-D065-4BF0-9888-F1B38E47E345}" srcOrd="1" destOrd="0" presId="urn:microsoft.com/office/officeart/2005/8/layout/list1"/>
    <dgm:cxn modelId="{FC982318-9C41-442C-9403-3BFE1EB88B56}" type="presParOf" srcId="{9F7DCC74-93BB-4D42-AABC-AB976339734C}" destId="{3E766E10-9B11-4B82-A549-8B84AC4E93DE}" srcOrd="5" destOrd="0" presId="urn:microsoft.com/office/officeart/2005/8/layout/list1"/>
    <dgm:cxn modelId="{40D02451-4D4C-4B01-8966-37439AC923BA}" type="presParOf" srcId="{9F7DCC74-93BB-4D42-AABC-AB976339734C}" destId="{E6AD7FCC-A77D-4664-AAC9-6F93E7C486CA}" srcOrd="6" destOrd="0" presId="urn:microsoft.com/office/officeart/2005/8/layout/list1"/>
    <dgm:cxn modelId="{57C9907F-AC8B-4996-9DC0-C6F4602482A0}" type="presParOf" srcId="{9F7DCC74-93BB-4D42-AABC-AB976339734C}" destId="{4A386D41-9A07-403B-BDF6-1BEC0BAE58EE}" srcOrd="7" destOrd="0" presId="urn:microsoft.com/office/officeart/2005/8/layout/list1"/>
    <dgm:cxn modelId="{9C6410C6-B422-413E-9C33-1A8C4298CF0E}" type="presParOf" srcId="{9F7DCC74-93BB-4D42-AABC-AB976339734C}" destId="{96F6E101-248C-4412-879B-5A93FA2D3108}" srcOrd="8" destOrd="0" presId="urn:microsoft.com/office/officeart/2005/8/layout/list1"/>
    <dgm:cxn modelId="{0B3BA3C2-D1C2-4688-894D-237BBCB0AE69}" type="presParOf" srcId="{96F6E101-248C-4412-879B-5A93FA2D3108}" destId="{3B97B6D9-CD70-4C8C-947F-811527900F2B}" srcOrd="0" destOrd="0" presId="urn:microsoft.com/office/officeart/2005/8/layout/list1"/>
    <dgm:cxn modelId="{456308F0-3801-410E-80EF-50E6FBC971AC}" type="presParOf" srcId="{96F6E101-248C-4412-879B-5A93FA2D3108}" destId="{85E657AA-0967-41E6-AB12-60AC274DCAC8}" srcOrd="1" destOrd="0" presId="urn:microsoft.com/office/officeart/2005/8/layout/list1"/>
    <dgm:cxn modelId="{A8EB4086-12CC-4D0D-95A2-B299C6F33A6F}" type="presParOf" srcId="{9F7DCC74-93BB-4D42-AABC-AB976339734C}" destId="{51469756-C5D5-4B85-9E3C-D83D34D7B97F}" srcOrd="9" destOrd="0" presId="urn:microsoft.com/office/officeart/2005/8/layout/list1"/>
    <dgm:cxn modelId="{463D03E4-2EA1-497E-9D46-36FC976E94B8}" type="presParOf" srcId="{9F7DCC74-93BB-4D42-AABC-AB976339734C}" destId="{0AC7732A-8446-4F33-B129-7B2CA9008E5C}" srcOrd="10" destOrd="0" presId="urn:microsoft.com/office/officeart/2005/8/layout/list1"/>
    <dgm:cxn modelId="{BB80EE77-0835-4FCC-BECD-FC3E457A01A2}" type="presParOf" srcId="{9F7DCC74-93BB-4D42-AABC-AB976339734C}" destId="{413A13A0-8710-4213-BB92-0D7B5A8F25FC}" srcOrd="11" destOrd="0" presId="urn:microsoft.com/office/officeart/2005/8/layout/list1"/>
    <dgm:cxn modelId="{EF892A2F-917C-4B28-8993-6A34D4A2FA18}" type="presParOf" srcId="{9F7DCC74-93BB-4D42-AABC-AB976339734C}" destId="{C60E1756-24EF-434B-835F-1E637DE9D941}" srcOrd="12" destOrd="0" presId="urn:microsoft.com/office/officeart/2005/8/layout/list1"/>
    <dgm:cxn modelId="{431D00EF-87B5-4B21-A051-A61737CC29C7}" type="presParOf" srcId="{C60E1756-24EF-434B-835F-1E637DE9D941}" destId="{20C69596-2402-441D-B051-D6C2DF03A950}" srcOrd="0" destOrd="0" presId="urn:microsoft.com/office/officeart/2005/8/layout/list1"/>
    <dgm:cxn modelId="{620801B4-BD35-40BB-AB2B-1F922BA950EF}" type="presParOf" srcId="{C60E1756-24EF-434B-835F-1E637DE9D941}" destId="{E58F5C00-9078-4548-A41A-B88AC566AB55}" srcOrd="1" destOrd="0" presId="urn:microsoft.com/office/officeart/2005/8/layout/list1"/>
    <dgm:cxn modelId="{83B8C2A4-C5BF-439E-BFF2-AA0D3CBA4EA2}" type="presParOf" srcId="{9F7DCC74-93BB-4D42-AABC-AB976339734C}" destId="{2807AD86-251C-40C5-870B-938162C83F09}" srcOrd="13" destOrd="0" presId="urn:microsoft.com/office/officeart/2005/8/layout/list1"/>
    <dgm:cxn modelId="{FEC9D3B9-D608-44AB-A42C-26397D0B7167}" type="presParOf" srcId="{9F7DCC74-93BB-4D42-AABC-AB976339734C}" destId="{A7B0578C-5096-4C7A-A135-D111D139D6F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7FC90-8D66-41DA-B07A-94F0AAE91539}">
      <dsp:nvSpPr>
        <dsp:cNvPr id="0" name=""/>
        <dsp:cNvSpPr/>
      </dsp:nvSpPr>
      <dsp:spPr>
        <a:xfrm>
          <a:off x="0" y="56544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38C5E-527B-41D9-AD57-E7BBD9113B1C}">
      <dsp:nvSpPr>
        <dsp:cNvPr id="0" name=""/>
        <dsp:cNvSpPr/>
      </dsp:nvSpPr>
      <dsp:spPr>
        <a:xfrm>
          <a:off x="238796" y="3408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UC-1: Join a Study Group (Mariah)</a:t>
          </a:r>
        </a:p>
      </dsp:txBody>
      <dsp:txXfrm>
        <a:off x="290674" y="85964"/>
        <a:ext cx="3239398" cy="958964"/>
      </dsp:txXfrm>
    </dsp:sp>
    <dsp:sp modelId="{E6AD7FCC-A77D-4664-AAC9-6F93E7C486CA}">
      <dsp:nvSpPr>
        <dsp:cNvPr id="0" name=""/>
        <dsp:cNvSpPr/>
      </dsp:nvSpPr>
      <dsp:spPr>
        <a:xfrm>
          <a:off x="0" y="219840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8EB2A-D065-4BF0-9888-F1B38E47E345}">
      <dsp:nvSpPr>
        <dsp:cNvPr id="0" name=""/>
        <dsp:cNvSpPr/>
      </dsp:nvSpPr>
      <dsp:spPr>
        <a:xfrm>
          <a:off x="238796" y="166704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UC-2: Post a Question &amp; Accept an Answer (Ethan)</a:t>
          </a:r>
        </a:p>
      </dsp:txBody>
      <dsp:txXfrm>
        <a:off x="290674" y="1718924"/>
        <a:ext cx="3239398" cy="958964"/>
      </dsp:txXfrm>
    </dsp:sp>
    <dsp:sp modelId="{0AC7732A-8446-4F33-B129-7B2CA9008E5C}">
      <dsp:nvSpPr>
        <dsp:cNvPr id="0" name=""/>
        <dsp:cNvSpPr/>
      </dsp:nvSpPr>
      <dsp:spPr>
        <a:xfrm>
          <a:off x="0" y="383136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657AA-0967-41E6-AB12-60AC274DCAC8}">
      <dsp:nvSpPr>
        <dsp:cNvPr id="0" name=""/>
        <dsp:cNvSpPr/>
      </dsp:nvSpPr>
      <dsp:spPr>
        <a:xfrm>
          <a:off x="238796" y="330000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UC-3: Upload &amp; Tag a Resource (TBD)</a:t>
          </a:r>
        </a:p>
      </dsp:txBody>
      <dsp:txXfrm>
        <a:off x="290674" y="3351884"/>
        <a:ext cx="3239398" cy="958964"/>
      </dsp:txXfrm>
    </dsp:sp>
    <dsp:sp modelId="{A7B0578C-5096-4C7A-A135-D111D139D6F2}">
      <dsp:nvSpPr>
        <dsp:cNvPr id="0" name=""/>
        <dsp:cNvSpPr/>
      </dsp:nvSpPr>
      <dsp:spPr>
        <a:xfrm>
          <a:off x="0" y="5464326"/>
          <a:ext cx="4775935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8F5C00-9078-4548-A41A-B88AC566AB55}">
      <dsp:nvSpPr>
        <dsp:cNvPr id="0" name=""/>
        <dsp:cNvSpPr/>
      </dsp:nvSpPr>
      <dsp:spPr>
        <a:xfrm>
          <a:off x="238796" y="4932966"/>
          <a:ext cx="3343154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363" tIns="0" rIns="12636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UC-4: Assignment Planner with Calendar Sync (Brandon)</a:t>
          </a:r>
        </a:p>
      </dsp:txBody>
      <dsp:txXfrm>
        <a:off x="290674" y="4984844"/>
        <a:ext cx="3239398" cy="958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666351"/>
            <a:ext cx="7918803" cy="3044335"/>
          </a:xfrm>
        </p:spPr>
        <p:txBody>
          <a:bodyPr anchor="b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Academic Support Hub – Week </a:t>
            </a:r>
            <a:r>
              <a:rPr lang="en-US" dirty="0">
                <a:solidFill>
                  <a:schemeClr val="bg1"/>
                </a:solidFill>
              </a:rPr>
              <a:t>11</a:t>
            </a:r>
            <a:r>
              <a:rPr dirty="0">
                <a:solidFill>
                  <a:schemeClr val="bg1"/>
                </a:solidFill>
              </a:rPr>
              <a:t>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866064"/>
            <a:ext cx="7918803" cy="2234485"/>
          </a:xfrm>
        </p:spPr>
        <p:txBody>
          <a:bodyPr anchor="t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Mariah, Ethan,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dirty="0">
                <a:solidFill>
                  <a:schemeClr val="bg1"/>
                </a:solidFill>
              </a:rPr>
              <a:t>Brandon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Key Use Cases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A3B6DEB-ABE8-705A-359E-53C13087F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54612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F5FCA-FF8E-C766-124C-99714377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78AD467C-B48E-5C45-37DF-475D7EEB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E072DCEB-D8F5-5EC7-0362-DA8075771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A9209D-F845-184B-2835-49E73D3D3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F1D84D9A-A127-4D08-B3D5-C8B85219D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886D32B-19B3-2690-36B1-D9D0134A8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50C93-A9EF-01A5-4FA8-9C2FFF478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A57EC0-BC59-1F4C-AA49-8A7C66926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833728-FE2A-D9E7-40B7-56F6C0291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DC4086-B17D-D0FA-588B-F4586244D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A9B6D72-2E4A-6C2A-AE33-D9674E8EB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B75EB4-F357-419C-ABD7-B385E5C2C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3A4455-66B3-BD24-28BF-C79AC6098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1FCF9B-73C1-A915-132F-CB326EB5B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B99A83-315D-A649-50BA-2D6EC0B4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What is ASH (Academic Support Hub)?</a:t>
            </a:r>
            <a:br>
              <a:rPr lang="it-IT" sz="4200" dirty="0">
                <a:solidFill>
                  <a:schemeClr val="bg1"/>
                </a:solidFill>
              </a:rPr>
            </a:b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759C-5E6C-1C4B-72E6-4E958EA8E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27" y="758951"/>
            <a:ext cx="4076237" cy="5340097"/>
          </a:xfrm>
        </p:spPr>
        <p:txBody>
          <a:bodyPr anchor="ctr">
            <a:normAutofit/>
          </a:bodyPr>
          <a:lstStyle/>
          <a:p>
            <a:pPr>
              <a:buNone/>
            </a:pPr>
            <a:endParaRPr lang="en-US" sz="1600" dirty="0"/>
          </a:p>
          <a:p>
            <a:r>
              <a:rPr lang="en-US" sz="1600" dirty="0"/>
              <a:t>Central platform for PPU students to connect and collaborate</a:t>
            </a:r>
          </a:p>
          <a:p>
            <a:r>
              <a:rPr lang="en-US" sz="1600" dirty="0"/>
              <a:t>Features: Study Groups | Q&amp;A Forum | Resource Hub | Planner Sync (TBD)</a:t>
            </a:r>
          </a:p>
          <a:p>
            <a:r>
              <a:rPr lang="en-US" sz="1600" dirty="0"/>
              <a:t>Designed to help commuters, athletes, and busy students stay organized</a:t>
            </a:r>
          </a:p>
          <a:p>
            <a:r>
              <a:rPr lang="en-US" sz="1600" dirty="0"/>
              <a:t>Focus → Academic support through connection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141612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18AE-A210-52D8-6479-9B030A91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F531D112-24F1-3F7F-9857-2A2FD172D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28228CC7-643A-575A-8294-E565864EC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73ACBB-85A1-3D39-40D8-448C8E81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97D8A13C-4B5E-084C-CC07-7BBFAA06D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F60BD387-2635-724C-5B66-2F9BB2D99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ABD535-A11E-0768-86EC-F0C73E40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EF89D6-1893-4D88-4B63-5A7D3ADC0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66BB90-3015-EC7F-4A38-F92D9A71A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883919-E33B-C2A9-531C-602EA1815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5E6F71-41E4-C6EE-C492-872A6FA0B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ECB189-348F-BF2B-EA89-E52C46642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504985-D1D9-5133-BFAB-BFD959F76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184A1D-01DF-BA25-1F8A-DE00BB365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F1A0A7-292B-612D-50D6-1405B6A8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Key Takeaways</a:t>
            </a:r>
            <a:br>
              <a:rPr lang="it-IT" sz="4200" dirty="0">
                <a:solidFill>
                  <a:schemeClr val="bg1"/>
                </a:solidFill>
              </a:rPr>
            </a:b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CD9C-7946-32AF-FC43-9BDFB6FFD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527" y="758951"/>
            <a:ext cx="4076237" cy="5340097"/>
          </a:xfrm>
        </p:spPr>
        <p:txBody>
          <a:bodyPr anchor="ctr">
            <a:normAutofit/>
          </a:bodyPr>
          <a:lstStyle/>
          <a:p>
            <a:pPr>
              <a:buNone/>
            </a:pPr>
            <a:endParaRPr lang="en-US" sz="1600" dirty="0"/>
          </a:p>
          <a:p>
            <a:r>
              <a:rPr lang="en-US" sz="1600" dirty="0"/>
              <a:t>All interviews validated ASH’s core purpose</a:t>
            </a:r>
          </a:p>
          <a:p>
            <a:r>
              <a:rPr lang="en-US" sz="1600" dirty="0"/>
              <a:t>Students value organization and connection</a:t>
            </a:r>
          </a:p>
          <a:p>
            <a:r>
              <a:rPr lang="en-US" sz="1600" dirty="0"/>
              <a:t>Next steps directly derived from real feedback</a:t>
            </a:r>
          </a:p>
          <a:p>
            <a:r>
              <a:rPr lang="en-US" sz="1600" dirty="0"/>
              <a:t>Our team turned customer discovery into clear, actionable design goals</a:t>
            </a:r>
          </a:p>
        </p:txBody>
      </p:sp>
    </p:spTree>
    <p:extLst>
      <p:ext uri="{BB962C8B-B14F-4D97-AF65-F5344CB8AC3E}">
        <p14:creationId xmlns:p14="http://schemas.microsoft.com/office/powerpoint/2010/main" val="406172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7F7A0-28D3-36D2-3546-74D39277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8838EAF3-1A4A-5C3B-CCEF-00B1373D5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AFB85-C8B3-E3BC-A55D-1936E4708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FA0142A9-2524-BB91-733E-7F80CB8CC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E207EC71-105B-81E9-32C5-0FB7AD7B9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28CEF-2B11-CBA2-69E8-B5F983107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DFFF86-A34F-D428-AC65-64A650643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024479-F64D-79D4-939E-3400A786B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0A89B45-071B-A7D8-9846-5641E3BA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E41D70-3EBE-13A7-ECA5-279BFB162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E9B487-B228-1FA8-348E-AD5B4FCD1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B84D4A7-06F0-67FA-8EAC-3D00C0A7D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C2F1E8F-3323-09D6-1389-66B5E291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07EF16-382B-13C2-4434-DB573196E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666352"/>
            <a:ext cx="7918803" cy="677416"/>
          </a:xfrm>
        </p:spPr>
        <p:txBody>
          <a:bodyPr anchor="b">
            <a:normAutofit fontScale="90000"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Current Status &amp;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69D0C-ACA9-3FCA-7EC4-8D45316C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455" y="1736310"/>
            <a:ext cx="7918803" cy="4539114"/>
          </a:xfrm>
        </p:spPr>
        <p:txBody>
          <a:bodyPr anchor="t">
            <a:norm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Next Steps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 calendar and reminder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Build course-specific group tabs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 PPU email verification for trust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Implement badges and Q&amp;A upvoting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Optimize mobile design for commuters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Conduct second round of usability testing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73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ASH - Week 9 Update</Template>
  <TotalTime>3</TotalTime>
  <Words>190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Academic Support Hub – Week 11 Update</vt:lpstr>
      <vt:lpstr>Key Use Cases</vt:lpstr>
      <vt:lpstr>What is ASH (Academic Support Hub)? </vt:lpstr>
      <vt:lpstr>Key Takeaways </vt:lpstr>
      <vt:lpstr>Current Status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Martin, Mariah L</dc:creator>
  <cp:keywords/>
  <dc:description>generated using python-pptx</dc:description>
  <cp:lastModifiedBy>Martin, Mariah L</cp:lastModifiedBy>
  <cp:revision>1</cp:revision>
  <dcterms:created xsi:type="dcterms:W3CDTF">2025-11-10T00:29:35Z</dcterms:created>
  <dcterms:modified xsi:type="dcterms:W3CDTF">2025-11-10T00:33:20Z</dcterms:modified>
  <cp:category/>
</cp:coreProperties>
</file>