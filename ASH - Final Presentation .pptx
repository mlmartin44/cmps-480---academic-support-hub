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78" r:id="rId3"/>
    <p:sldId id="282" r:id="rId4"/>
    <p:sldId id="283" r:id="rId5"/>
    <p:sldId id="258" r:id="rId6"/>
    <p:sldId id="280" r:id="rId7"/>
    <p:sldId id="287" r:id="rId8"/>
    <p:sldId id="288" r:id="rId9"/>
    <p:sldId id="291" r:id="rId10"/>
    <p:sldId id="284" r:id="rId11"/>
    <p:sldId id="293" r:id="rId12"/>
    <p:sldId id="285" r:id="rId13"/>
    <p:sldId id="289" r:id="rId14"/>
    <p:sldId id="290" r:id="rId15"/>
    <p:sldId id="292" r:id="rId16"/>
    <p:sldId id="286" r:id="rId17"/>
    <p:sldId id="279" r:id="rId18"/>
    <p:sldId id="294" r:id="rId19"/>
  </p:sldIdLst>
  <p:sldSz cx="9144000" cy="6858000" type="screen4x3"/>
  <p:notesSz cx="7315200" cy="96012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F1452E9-5524-4C01-8204-A395B4CEDBBA}" v="192" dt="2025-12-08T02:48:37.245"/>
    <p1510:client id="{E18B5E12-DD69-F424-8746-FE3D5321CF0D}" v="73" dt="2025-12-07T23:30:11.327"/>
    <p1510:client id="{FFA63458-8578-4359-B612-66A544B48896}" v="706" dt="2025-12-08T02:07:38.21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5" d="100"/>
          <a:sy n="105" d="100"/>
        </p:scale>
        <p:origin x="1794" y="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Howard, Brandon M" userId="dbd47295-71a7-43de-895d-18d6025db1b8" providerId="ADAL" clId="{A79636F7-9DFF-483F-9684-8658178261AD}"/>
    <pc:docChg chg="undo custSel delSld modSld">
      <pc:chgData name="Howard, Brandon M" userId="dbd47295-71a7-43de-895d-18d6025db1b8" providerId="ADAL" clId="{A79636F7-9DFF-483F-9684-8658178261AD}" dt="2025-12-08T02:07:38.212" v="704" actId="2696"/>
      <pc:docMkLst>
        <pc:docMk/>
      </pc:docMkLst>
      <pc:sldChg chg="modSp mod">
        <pc:chgData name="Howard, Brandon M" userId="dbd47295-71a7-43de-895d-18d6025db1b8" providerId="ADAL" clId="{A79636F7-9DFF-483F-9684-8658178261AD}" dt="2025-12-08T02:07:23.878" v="703" actId="403"/>
        <pc:sldMkLst>
          <pc:docMk/>
          <pc:sldMk cId="1416121370" sldId="278"/>
        </pc:sldMkLst>
        <pc:spChg chg="mod">
          <ac:chgData name="Howard, Brandon M" userId="dbd47295-71a7-43de-895d-18d6025db1b8" providerId="ADAL" clId="{A79636F7-9DFF-483F-9684-8658178261AD}" dt="2025-12-08T02:07:23.878" v="703" actId="403"/>
          <ac:spMkLst>
            <pc:docMk/>
            <pc:sldMk cId="1416121370" sldId="278"/>
            <ac:spMk id="3" creationId="{7797759C-5E6C-1C4B-72E6-4E958EA8E243}"/>
          </ac:spMkLst>
        </pc:spChg>
      </pc:sldChg>
      <pc:sldChg chg="del">
        <pc:chgData name="Howard, Brandon M" userId="dbd47295-71a7-43de-895d-18d6025db1b8" providerId="ADAL" clId="{A79636F7-9DFF-483F-9684-8658178261AD}" dt="2025-12-08T02:07:38.212" v="704" actId="2696"/>
        <pc:sldMkLst>
          <pc:docMk/>
          <pc:sldMk cId="3185657978" sldId="281"/>
        </pc:sldMkLst>
      </pc:sldChg>
      <pc:sldChg chg="modSp mod">
        <pc:chgData name="Howard, Brandon M" userId="dbd47295-71a7-43de-895d-18d6025db1b8" providerId="ADAL" clId="{A79636F7-9DFF-483F-9684-8658178261AD}" dt="2025-12-07T23:34:55.837" v="570" actId="113"/>
        <pc:sldMkLst>
          <pc:docMk/>
          <pc:sldMk cId="1720520267" sldId="282"/>
        </pc:sldMkLst>
        <pc:spChg chg="mod">
          <ac:chgData name="Howard, Brandon M" userId="dbd47295-71a7-43de-895d-18d6025db1b8" providerId="ADAL" clId="{A79636F7-9DFF-483F-9684-8658178261AD}" dt="2025-12-07T23:34:55.837" v="570" actId="113"/>
          <ac:spMkLst>
            <pc:docMk/>
            <pc:sldMk cId="1720520267" sldId="282"/>
            <ac:spMk id="3" creationId="{5358E46E-4227-8A88-C44E-3F98B74B9449}"/>
          </ac:spMkLst>
        </pc:spChg>
      </pc:sldChg>
      <pc:sldChg chg="modSp mod">
        <pc:chgData name="Howard, Brandon M" userId="dbd47295-71a7-43de-895d-18d6025db1b8" providerId="ADAL" clId="{A79636F7-9DFF-483F-9684-8658178261AD}" dt="2025-12-08T02:06:30.131" v="674" actId="20577"/>
        <pc:sldMkLst>
          <pc:docMk/>
          <pc:sldMk cId="2807026186" sldId="283"/>
        </pc:sldMkLst>
        <pc:spChg chg="mod">
          <ac:chgData name="Howard, Brandon M" userId="dbd47295-71a7-43de-895d-18d6025db1b8" providerId="ADAL" clId="{A79636F7-9DFF-483F-9684-8658178261AD}" dt="2025-12-08T02:06:30.131" v="674" actId="20577"/>
          <ac:spMkLst>
            <pc:docMk/>
            <pc:sldMk cId="2807026186" sldId="283"/>
            <ac:spMk id="3" creationId="{FDCEF7F1-9617-3974-BFB9-7AB5DB48260D}"/>
          </ac:spMkLst>
        </pc:spChg>
      </pc:sldChg>
      <pc:sldChg chg="addSp delSp modSp mod">
        <pc:chgData name="Howard, Brandon M" userId="dbd47295-71a7-43de-895d-18d6025db1b8" providerId="ADAL" clId="{A79636F7-9DFF-483F-9684-8658178261AD}" dt="2025-12-08T02:04:06.162" v="653" actId="1076"/>
        <pc:sldMkLst>
          <pc:docMk/>
          <pc:sldMk cId="850831168" sldId="286"/>
        </pc:sldMkLst>
        <pc:spChg chg="del">
          <ac:chgData name="Howard, Brandon M" userId="dbd47295-71a7-43de-895d-18d6025db1b8" providerId="ADAL" clId="{A79636F7-9DFF-483F-9684-8658178261AD}" dt="2025-12-08T01:56:55.544" v="572" actId="478"/>
          <ac:spMkLst>
            <pc:docMk/>
            <pc:sldMk cId="850831168" sldId="286"/>
            <ac:spMk id="3" creationId="{9151496C-5F3A-4DF7-AE9B-C69A75738748}"/>
          </ac:spMkLst>
        </pc:spChg>
        <pc:spChg chg="mod">
          <ac:chgData name="Howard, Brandon M" userId="dbd47295-71a7-43de-895d-18d6025db1b8" providerId="ADAL" clId="{A79636F7-9DFF-483F-9684-8658178261AD}" dt="2025-12-08T01:49:26.849" v="571" actId="20577"/>
          <ac:spMkLst>
            <pc:docMk/>
            <pc:sldMk cId="850831168" sldId="286"/>
            <ac:spMk id="4" creationId="{331542A6-7A21-6A55-8446-5E40CE84B0D7}"/>
          </ac:spMkLst>
        </pc:spChg>
        <pc:spChg chg="add del mod">
          <ac:chgData name="Howard, Brandon M" userId="dbd47295-71a7-43de-895d-18d6025db1b8" providerId="ADAL" clId="{A79636F7-9DFF-483F-9684-8658178261AD}" dt="2025-12-08T01:59:29.651" v="587" actId="21"/>
          <ac:spMkLst>
            <pc:docMk/>
            <pc:sldMk cId="850831168" sldId="286"/>
            <ac:spMk id="6" creationId="{D07AA44D-C2E8-BCD3-FBC8-05A5A52CBC89}"/>
          </ac:spMkLst>
        </pc:spChg>
        <pc:spChg chg="add mod">
          <ac:chgData name="Howard, Brandon M" userId="dbd47295-71a7-43de-895d-18d6025db1b8" providerId="ADAL" clId="{A79636F7-9DFF-483F-9684-8658178261AD}" dt="2025-12-08T02:04:00.712" v="652" actId="14100"/>
          <ac:spMkLst>
            <pc:docMk/>
            <pc:sldMk cId="850831168" sldId="286"/>
            <ac:spMk id="9" creationId="{9AA5C8C4-9468-EF5E-115C-FE4AEB8DF0D0}"/>
          </ac:spMkLst>
        </pc:spChg>
        <pc:spChg chg="add mod">
          <ac:chgData name="Howard, Brandon M" userId="dbd47295-71a7-43de-895d-18d6025db1b8" providerId="ADAL" clId="{A79636F7-9DFF-483F-9684-8658178261AD}" dt="2025-12-08T02:04:06.162" v="653" actId="1076"/>
          <ac:spMkLst>
            <pc:docMk/>
            <pc:sldMk cId="850831168" sldId="286"/>
            <ac:spMk id="11" creationId="{54DDCF4B-67DE-AB69-C8AC-9CB3DD7F8C41}"/>
          </ac:spMkLst>
        </pc:spChg>
      </pc:sldChg>
    </pc:docChg>
  </pc:docChgLst>
  <pc:docChgLst>
    <pc:chgData name="Van Scoy, Ethan W" userId="S::ewvansc@pointpark.edu::e4fcb25d-938d-4342-bd66-a47f660a16b9" providerId="AD" clId="Web-{212E2496-9537-2719-272B-46BE35E166AB}"/>
    <pc:docChg chg="modSld">
      <pc:chgData name="Van Scoy, Ethan W" userId="S::ewvansc@pointpark.edu::e4fcb25d-938d-4342-bd66-a47f660a16b9" providerId="AD" clId="Web-{212E2496-9537-2719-272B-46BE35E166AB}" dt="2025-12-08T03:17:11.660" v="0" actId="20577"/>
      <pc:docMkLst>
        <pc:docMk/>
      </pc:docMkLst>
      <pc:sldChg chg="modSp">
        <pc:chgData name="Van Scoy, Ethan W" userId="S::ewvansc@pointpark.edu::e4fcb25d-938d-4342-bd66-a47f660a16b9" providerId="AD" clId="Web-{212E2496-9537-2719-272B-46BE35E166AB}" dt="2025-12-08T03:17:11.660" v="0" actId="20577"/>
        <pc:sldMkLst>
          <pc:docMk/>
          <pc:sldMk cId="1211068399" sldId="284"/>
        </pc:sldMkLst>
        <pc:spChg chg="mod">
          <ac:chgData name="Van Scoy, Ethan W" userId="S::ewvansc@pointpark.edu::e4fcb25d-938d-4342-bd66-a47f660a16b9" providerId="AD" clId="Web-{212E2496-9537-2719-272B-46BE35E166AB}" dt="2025-12-08T03:17:11.660" v="0" actId="20577"/>
          <ac:spMkLst>
            <pc:docMk/>
            <pc:sldMk cId="1211068399" sldId="284"/>
            <ac:spMk id="3" creationId="{40A616A5-4449-0BB4-5BB7-D136D7E68A50}"/>
          </ac:spMkLst>
        </pc:spChg>
      </pc:sldChg>
    </pc:docChg>
  </pc:docChgLst>
  <pc:docChgLst>
    <pc:chgData name="Martin, Mariah L" userId="03e2ac4b-b1d4-43f5-b4c4-db8f6ad7eff4" providerId="ADAL" clId="{16989B3A-6D87-45DE-B7F5-B0E9A67B3868}"/>
    <pc:docChg chg="undo custSel addSld delSld modSld sldOrd">
      <pc:chgData name="Martin, Mariah L" userId="03e2ac4b-b1d4-43f5-b4c4-db8f6ad7eff4" providerId="ADAL" clId="{16989B3A-6D87-45DE-B7F5-B0E9A67B3868}" dt="2025-12-08T02:49:11.438" v="556" actId="20577"/>
      <pc:docMkLst>
        <pc:docMk/>
      </pc:docMkLst>
      <pc:sldChg chg="modSp mod">
        <pc:chgData name="Martin, Mariah L" userId="03e2ac4b-b1d4-43f5-b4c4-db8f6ad7eff4" providerId="ADAL" clId="{16989B3A-6D87-45DE-B7F5-B0E9A67B3868}" dt="2025-12-08T02:30:54.870" v="293" actId="113"/>
        <pc:sldMkLst>
          <pc:docMk/>
          <pc:sldMk cId="0" sldId="256"/>
        </pc:sldMkLst>
        <pc:spChg chg="mod">
          <ac:chgData name="Martin, Mariah L" userId="03e2ac4b-b1d4-43f5-b4c4-db8f6ad7eff4" providerId="ADAL" clId="{16989B3A-6D87-45DE-B7F5-B0E9A67B3868}" dt="2025-12-08T02:30:54.870" v="293" actId="113"/>
          <ac:spMkLst>
            <pc:docMk/>
            <pc:sldMk cId="0" sldId="256"/>
            <ac:spMk id="2" creationId="{00000000-0000-0000-0000-000000000000}"/>
          </ac:spMkLst>
        </pc:spChg>
      </pc:sldChg>
      <pc:sldChg chg="modSp mod ord">
        <pc:chgData name="Martin, Mariah L" userId="03e2ac4b-b1d4-43f5-b4c4-db8f6ad7eff4" providerId="ADAL" clId="{16989B3A-6D87-45DE-B7F5-B0E9A67B3868}" dt="2025-12-08T02:30:36.607" v="289" actId="113"/>
        <pc:sldMkLst>
          <pc:docMk/>
          <pc:sldMk cId="0" sldId="258"/>
        </pc:sldMkLst>
        <pc:spChg chg="mod">
          <ac:chgData name="Martin, Mariah L" userId="03e2ac4b-b1d4-43f5-b4c4-db8f6ad7eff4" providerId="ADAL" clId="{16989B3A-6D87-45DE-B7F5-B0E9A67B3868}" dt="2025-12-08T02:30:36.607" v="289" actId="113"/>
          <ac:spMkLst>
            <pc:docMk/>
            <pc:sldMk cId="0" sldId="258"/>
            <ac:spMk id="2" creationId="{00000000-0000-0000-0000-000000000000}"/>
          </ac:spMkLst>
        </pc:spChg>
        <pc:graphicFrameChg chg="mod">
          <ac:chgData name="Martin, Mariah L" userId="03e2ac4b-b1d4-43f5-b4c4-db8f6ad7eff4" providerId="ADAL" clId="{16989B3A-6D87-45DE-B7F5-B0E9A67B3868}" dt="2025-12-07T23:33:52.425" v="130"/>
          <ac:graphicFrameMkLst>
            <pc:docMk/>
            <pc:sldMk cId="0" sldId="258"/>
            <ac:graphicFrameMk id="7" creationId="{FA3B6DEB-ABE8-705A-359E-53C13087F264}"/>
          </ac:graphicFrameMkLst>
        </pc:graphicFrameChg>
      </pc:sldChg>
      <pc:sldChg chg="addSp modSp mod">
        <pc:chgData name="Martin, Mariah L" userId="03e2ac4b-b1d4-43f5-b4c4-db8f6ad7eff4" providerId="ADAL" clId="{16989B3A-6D87-45DE-B7F5-B0E9A67B3868}" dt="2025-12-08T02:30:50.418" v="292" actId="113"/>
        <pc:sldMkLst>
          <pc:docMk/>
          <pc:sldMk cId="1416121370" sldId="278"/>
        </pc:sldMkLst>
        <pc:spChg chg="mod">
          <ac:chgData name="Martin, Mariah L" userId="03e2ac4b-b1d4-43f5-b4c4-db8f6ad7eff4" providerId="ADAL" clId="{16989B3A-6D87-45DE-B7F5-B0E9A67B3868}" dt="2025-12-07T23:16:00.008" v="80" actId="20577"/>
          <ac:spMkLst>
            <pc:docMk/>
            <pc:sldMk cId="1416121370" sldId="278"/>
            <ac:spMk id="3" creationId="{7797759C-5E6C-1C4B-72E6-4E958EA8E243}"/>
          </ac:spMkLst>
        </pc:spChg>
        <pc:spChg chg="add mod">
          <ac:chgData name="Martin, Mariah L" userId="03e2ac4b-b1d4-43f5-b4c4-db8f6ad7eff4" providerId="ADAL" clId="{16989B3A-6D87-45DE-B7F5-B0E9A67B3868}" dt="2025-12-08T02:30:50.418" v="292" actId="113"/>
          <ac:spMkLst>
            <pc:docMk/>
            <pc:sldMk cId="1416121370" sldId="278"/>
            <ac:spMk id="4" creationId="{638A7B59-8E2F-8EEB-D40E-396E594BCE66}"/>
          </ac:spMkLst>
        </pc:spChg>
      </pc:sldChg>
      <pc:sldChg chg="delSp modSp mod">
        <pc:chgData name="Martin, Mariah L" userId="03e2ac4b-b1d4-43f5-b4c4-db8f6ad7eff4" providerId="ADAL" clId="{16989B3A-6D87-45DE-B7F5-B0E9A67B3868}" dt="2025-12-07T23:34:34.641" v="157" actId="1076"/>
        <pc:sldMkLst>
          <pc:docMk/>
          <pc:sldMk cId="1325732053" sldId="279"/>
        </pc:sldMkLst>
        <pc:spChg chg="del">
          <ac:chgData name="Martin, Mariah L" userId="03e2ac4b-b1d4-43f5-b4c4-db8f6ad7eff4" providerId="ADAL" clId="{16989B3A-6D87-45DE-B7F5-B0E9A67B3868}" dt="2025-12-07T23:34:13.360" v="132" actId="478"/>
          <ac:spMkLst>
            <pc:docMk/>
            <pc:sldMk cId="1325732053" sldId="279"/>
            <ac:spMk id="2" creationId="{8B07EF16-382B-13C2-4434-DB573196E238}"/>
          </ac:spMkLst>
        </pc:spChg>
        <pc:spChg chg="mod">
          <ac:chgData name="Martin, Mariah L" userId="03e2ac4b-b1d4-43f5-b4c4-db8f6ad7eff4" providerId="ADAL" clId="{16989B3A-6D87-45DE-B7F5-B0E9A67B3868}" dt="2025-12-07T23:34:34.641" v="157" actId="1076"/>
          <ac:spMkLst>
            <pc:docMk/>
            <pc:sldMk cId="1325732053" sldId="279"/>
            <ac:spMk id="3" creationId="{FA569D0C-ACA9-3FCA-7EC4-8D45316C3B0A}"/>
          </ac:spMkLst>
        </pc:spChg>
      </pc:sldChg>
      <pc:sldChg chg="addSp modSp add del mod">
        <pc:chgData name="Martin, Mariah L" userId="03e2ac4b-b1d4-43f5-b4c4-db8f6ad7eff4" providerId="ADAL" clId="{16989B3A-6D87-45DE-B7F5-B0E9A67B3868}" dt="2025-12-08T02:41:16.261" v="423" actId="255"/>
        <pc:sldMkLst>
          <pc:docMk/>
          <pc:sldMk cId="4061723436" sldId="280"/>
        </pc:sldMkLst>
        <pc:spChg chg="mod">
          <ac:chgData name="Martin, Mariah L" userId="03e2ac4b-b1d4-43f5-b4c4-db8f6ad7eff4" providerId="ADAL" clId="{16989B3A-6D87-45DE-B7F5-B0E9A67B3868}" dt="2025-12-08T02:41:16.261" v="423" actId="255"/>
          <ac:spMkLst>
            <pc:docMk/>
            <pc:sldMk cId="4061723436" sldId="280"/>
            <ac:spMk id="3" creationId="{634BCD9C-7946-32AF-FC43-9BDFB6FFDD64}"/>
          </ac:spMkLst>
        </pc:spChg>
        <pc:spChg chg="add mod">
          <ac:chgData name="Martin, Mariah L" userId="03e2ac4b-b1d4-43f5-b4c4-db8f6ad7eff4" providerId="ADAL" clId="{16989B3A-6D87-45DE-B7F5-B0E9A67B3868}" dt="2025-12-08T02:30:32.442" v="288" actId="113"/>
          <ac:spMkLst>
            <pc:docMk/>
            <pc:sldMk cId="4061723436" sldId="280"/>
            <ac:spMk id="4" creationId="{96283B75-D6A0-59E9-5612-56CF6EBB2EE8}"/>
          </ac:spMkLst>
        </pc:spChg>
      </pc:sldChg>
      <pc:sldChg chg="modSp add mod">
        <pc:chgData name="Martin, Mariah L" userId="03e2ac4b-b1d4-43f5-b4c4-db8f6ad7eff4" providerId="ADAL" clId="{16989B3A-6D87-45DE-B7F5-B0E9A67B3868}" dt="2025-12-08T02:30:44.863" v="291" actId="113"/>
        <pc:sldMkLst>
          <pc:docMk/>
          <pc:sldMk cId="1720520267" sldId="282"/>
        </pc:sldMkLst>
        <pc:spChg chg="mod">
          <ac:chgData name="Martin, Mariah L" userId="03e2ac4b-b1d4-43f5-b4c4-db8f6ad7eff4" providerId="ADAL" clId="{16989B3A-6D87-45DE-B7F5-B0E9A67B3868}" dt="2025-12-08T02:30:44.863" v="291" actId="113"/>
          <ac:spMkLst>
            <pc:docMk/>
            <pc:sldMk cId="1720520267" sldId="282"/>
            <ac:spMk id="4" creationId="{1C11A6CC-98F1-BC49-CC04-7A129DA3BF4E}"/>
          </ac:spMkLst>
        </pc:spChg>
      </pc:sldChg>
      <pc:sldChg chg="modSp add mod">
        <pc:chgData name="Martin, Mariah L" userId="03e2ac4b-b1d4-43f5-b4c4-db8f6ad7eff4" providerId="ADAL" clId="{16989B3A-6D87-45DE-B7F5-B0E9A67B3868}" dt="2025-12-08T02:30:41.202" v="290" actId="113"/>
        <pc:sldMkLst>
          <pc:docMk/>
          <pc:sldMk cId="2807026186" sldId="283"/>
        </pc:sldMkLst>
        <pc:spChg chg="mod">
          <ac:chgData name="Martin, Mariah L" userId="03e2ac4b-b1d4-43f5-b4c4-db8f6ad7eff4" providerId="ADAL" clId="{16989B3A-6D87-45DE-B7F5-B0E9A67B3868}" dt="2025-12-08T02:30:41.202" v="290" actId="113"/>
          <ac:spMkLst>
            <pc:docMk/>
            <pc:sldMk cId="2807026186" sldId="283"/>
            <ac:spMk id="4" creationId="{B2194DF0-06DC-5221-CB5E-F6684E3424BB}"/>
          </ac:spMkLst>
        </pc:spChg>
      </pc:sldChg>
      <pc:sldChg chg="modSp add mod">
        <pc:chgData name="Martin, Mariah L" userId="03e2ac4b-b1d4-43f5-b4c4-db8f6ad7eff4" providerId="ADAL" clId="{16989B3A-6D87-45DE-B7F5-B0E9A67B3868}" dt="2025-12-07T23:33:26.216" v="125"/>
        <pc:sldMkLst>
          <pc:docMk/>
          <pc:sldMk cId="1211068399" sldId="284"/>
        </pc:sldMkLst>
        <pc:spChg chg="mod">
          <ac:chgData name="Martin, Mariah L" userId="03e2ac4b-b1d4-43f5-b4c4-db8f6ad7eff4" providerId="ADAL" clId="{16989B3A-6D87-45DE-B7F5-B0E9A67B3868}" dt="2025-12-07T23:33:26.216" v="125"/>
          <ac:spMkLst>
            <pc:docMk/>
            <pc:sldMk cId="1211068399" sldId="284"/>
            <ac:spMk id="4" creationId="{753666BE-A210-AD45-3B21-9757EE591D4C}"/>
          </ac:spMkLst>
        </pc:spChg>
      </pc:sldChg>
      <pc:sldChg chg="modSp add mod">
        <pc:chgData name="Martin, Mariah L" userId="03e2ac4b-b1d4-43f5-b4c4-db8f6ad7eff4" providerId="ADAL" clId="{16989B3A-6D87-45DE-B7F5-B0E9A67B3868}" dt="2025-12-08T02:41:44.407" v="437" actId="27636"/>
        <pc:sldMkLst>
          <pc:docMk/>
          <pc:sldMk cId="2869257873" sldId="285"/>
        </pc:sldMkLst>
        <pc:spChg chg="mod">
          <ac:chgData name="Martin, Mariah L" userId="03e2ac4b-b1d4-43f5-b4c4-db8f6ad7eff4" providerId="ADAL" clId="{16989B3A-6D87-45DE-B7F5-B0E9A67B3868}" dt="2025-12-08T02:41:44.407" v="437" actId="27636"/>
          <ac:spMkLst>
            <pc:docMk/>
            <pc:sldMk cId="2869257873" sldId="285"/>
            <ac:spMk id="3" creationId="{6DE6B566-04AC-F935-736A-3C6295323EA3}"/>
          </ac:spMkLst>
        </pc:spChg>
        <pc:spChg chg="mod">
          <ac:chgData name="Martin, Mariah L" userId="03e2ac4b-b1d4-43f5-b4c4-db8f6ad7eff4" providerId="ADAL" clId="{16989B3A-6D87-45DE-B7F5-B0E9A67B3868}" dt="2025-12-07T23:33:41.595" v="127"/>
          <ac:spMkLst>
            <pc:docMk/>
            <pc:sldMk cId="2869257873" sldId="285"/>
            <ac:spMk id="4" creationId="{FBD112BA-BD57-0D0D-D802-80FADCD7C4B8}"/>
          </ac:spMkLst>
        </pc:spChg>
      </pc:sldChg>
      <pc:sldChg chg="modSp add mod">
        <pc:chgData name="Martin, Mariah L" userId="03e2ac4b-b1d4-43f5-b4c4-db8f6ad7eff4" providerId="ADAL" clId="{16989B3A-6D87-45DE-B7F5-B0E9A67B3868}" dt="2025-12-07T23:34:04.501" v="131"/>
        <pc:sldMkLst>
          <pc:docMk/>
          <pc:sldMk cId="850831168" sldId="286"/>
        </pc:sldMkLst>
        <pc:spChg chg="mod">
          <ac:chgData name="Martin, Mariah L" userId="03e2ac4b-b1d4-43f5-b4c4-db8f6ad7eff4" providerId="ADAL" clId="{16989B3A-6D87-45DE-B7F5-B0E9A67B3868}" dt="2025-12-07T23:34:04.501" v="131"/>
          <ac:spMkLst>
            <pc:docMk/>
            <pc:sldMk cId="850831168" sldId="286"/>
            <ac:spMk id="4" creationId="{331542A6-7A21-6A55-8446-5E40CE84B0D7}"/>
          </ac:spMkLst>
        </pc:spChg>
      </pc:sldChg>
      <pc:sldChg chg="addSp delSp modSp add mod ord modClrScheme delDesignElem chgLayout">
        <pc:chgData name="Martin, Mariah L" userId="03e2ac4b-b1d4-43f5-b4c4-db8f6ad7eff4" providerId="ADAL" clId="{16989B3A-6D87-45DE-B7F5-B0E9A67B3868}" dt="2025-12-08T02:45:13.954" v="490" actId="20577"/>
        <pc:sldMkLst>
          <pc:docMk/>
          <pc:sldMk cId="30259602" sldId="287"/>
        </pc:sldMkLst>
        <pc:spChg chg="add del mod ord">
          <ac:chgData name="Martin, Mariah L" userId="03e2ac4b-b1d4-43f5-b4c4-db8f6ad7eff4" providerId="ADAL" clId="{16989B3A-6D87-45DE-B7F5-B0E9A67B3868}" dt="2025-12-08T02:25:53.886" v="197" actId="700"/>
          <ac:spMkLst>
            <pc:docMk/>
            <pc:sldMk cId="30259602" sldId="287"/>
            <ac:spMk id="2" creationId="{02119903-AC50-329C-B9F8-BFEC6A9D2CB0}"/>
          </ac:spMkLst>
        </pc:spChg>
        <pc:spChg chg="add del mod ord">
          <ac:chgData name="Martin, Mariah L" userId="03e2ac4b-b1d4-43f5-b4c4-db8f6ad7eff4" providerId="ADAL" clId="{16989B3A-6D87-45DE-B7F5-B0E9A67B3868}" dt="2025-12-08T02:30:27.417" v="287" actId="113"/>
          <ac:spMkLst>
            <pc:docMk/>
            <pc:sldMk cId="30259602" sldId="287"/>
            <ac:spMk id="3" creationId="{BBFBB720-957E-4BC9-6388-54EF35A8712A}"/>
          </ac:spMkLst>
        </pc:spChg>
        <pc:spChg chg="add del mod ord">
          <ac:chgData name="Martin, Mariah L" userId="03e2ac4b-b1d4-43f5-b4c4-db8f6ad7eff4" providerId="ADAL" clId="{16989B3A-6D87-45DE-B7F5-B0E9A67B3868}" dt="2025-12-08T02:25:53.886" v="197" actId="700"/>
          <ac:spMkLst>
            <pc:docMk/>
            <pc:sldMk cId="30259602" sldId="287"/>
            <ac:spMk id="4" creationId="{15B36DCB-12E8-7756-B476-76D53E604E51}"/>
          </ac:spMkLst>
        </pc:spChg>
        <pc:spChg chg="add del mod ord">
          <ac:chgData name="Martin, Mariah L" userId="03e2ac4b-b1d4-43f5-b4c4-db8f6ad7eff4" providerId="ADAL" clId="{16989B3A-6D87-45DE-B7F5-B0E9A67B3868}" dt="2025-12-08T02:25:53.886" v="197" actId="700"/>
          <ac:spMkLst>
            <pc:docMk/>
            <pc:sldMk cId="30259602" sldId="287"/>
            <ac:spMk id="5" creationId="{CC07069C-8FE8-75EB-17B5-5D7C2B5C236C}"/>
          </ac:spMkLst>
        </pc:spChg>
        <pc:spChg chg="add mod">
          <ac:chgData name="Martin, Mariah L" userId="03e2ac4b-b1d4-43f5-b4c4-db8f6ad7eff4" providerId="ADAL" clId="{16989B3A-6D87-45DE-B7F5-B0E9A67B3868}" dt="2025-12-08T02:37:46.573" v="370" actId="20577"/>
          <ac:spMkLst>
            <pc:docMk/>
            <pc:sldMk cId="30259602" sldId="287"/>
            <ac:spMk id="6" creationId="{9AA1437D-8596-804B-351A-690963E67160}"/>
          </ac:spMkLst>
        </pc:spChg>
        <pc:spChg chg="add mod">
          <ac:chgData name="Martin, Mariah L" userId="03e2ac4b-b1d4-43f5-b4c4-db8f6ad7eff4" providerId="ADAL" clId="{16989B3A-6D87-45DE-B7F5-B0E9A67B3868}" dt="2025-12-08T02:34:23.300" v="339" actId="122"/>
          <ac:spMkLst>
            <pc:docMk/>
            <pc:sldMk cId="30259602" sldId="287"/>
            <ac:spMk id="7" creationId="{80E20FF3-B0BA-8158-C0F3-6747E2B226EE}"/>
          </ac:spMkLst>
        </pc:spChg>
        <pc:spChg chg="add del">
          <ac:chgData name="Martin, Mariah L" userId="03e2ac4b-b1d4-43f5-b4c4-db8f6ad7eff4" providerId="ADAL" clId="{16989B3A-6D87-45DE-B7F5-B0E9A67B3868}" dt="2025-12-08T02:25:53.886" v="197" actId="700"/>
          <ac:spMkLst>
            <pc:docMk/>
            <pc:sldMk cId="30259602" sldId="287"/>
            <ac:spMk id="8" creationId="{F8760B2B-D411-6F04-ED27-3204A78E3FE0}"/>
          </ac:spMkLst>
        </pc:spChg>
        <pc:spChg chg="add mod">
          <ac:chgData name="Martin, Mariah L" userId="03e2ac4b-b1d4-43f5-b4c4-db8f6ad7eff4" providerId="ADAL" clId="{16989B3A-6D87-45DE-B7F5-B0E9A67B3868}" dt="2025-12-08T02:44:13.114" v="474" actId="403"/>
          <ac:spMkLst>
            <pc:docMk/>
            <pc:sldMk cId="30259602" sldId="287"/>
            <ac:spMk id="13" creationId="{D031F55E-3901-EECD-41A3-0EF8D08308D4}"/>
          </ac:spMkLst>
        </pc:spChg>
        <pc:spChg chg="add mod">
          <ac:chgData name="Martin, Mariah L" userId="03e2ac4b-b1d4-43f5-b4c4-db8f6ad7eff4" providerId="ADAL" clId="{16989B3A-6D87-45DE-B7F5-B0E9A67B3868}" dt="2025-12-08T02:45:13.954" v="490" actId="20577"/>
          <ac:spMkLst>
            <pc:docMk/>
            <pc:sldMk cId="30259602" sldId="287"/>
            <ac:spMk id="22" creationId="{EE9156E7-2D60-CB76-5F17-90F217B55998}"/>
          </ac:spMkLst>
        </pc:spChg>
        <pc:grpChg chg="add del">
          <ac:chgData name="Martin, Mariah L" userId="03e2ac4b-b1d4-43f5-b4c4-db8f6ad7eff4" providerId="ADAL" clId="{16989B3A-6D87-45DE-B7F5-B0E9A67B3868}" dt="2025-12-08T02:25:53.886" v="197" actId="700"/>
          <ac:grpSpMkLst>
            <pc:docMk/>
            <pc:sldMk cId="30259602" sldId="287"/>
            <ac:grpSpMk id="10" creationId="{948E53C0-DD05-7175-5BA1-E9091B488845}"/>
          </ac:grpSpMkLst>
        </pc:grpChg>
        <pc:grpChg chg="add del">
          <ac:chgData name="Martin, Mariah L" userId="03e2ac4b-b1d4-43f5-b4c4-db8f6ad7eff4" providerId="ADAL" clId="{16989B3A-6D87-45DE-B7F5-B0E9A67B3868}" dt="2025-12-08T02:25:53.886" v="197" actId="700"/>
          <ac:grpSpMkLst>
            <pc:docMk/>
            <pc:sldMk cId="30259602" sldId="287"/>
            <ac:grpSpMk id="14" creationId="{BF6AA82C-65B8-82C2-3047-8496D89E7DAB}"/>
          </ac:grpSpMkLst>
        </pc:grpChg>
      </pc:sldChg>
      <pc:sldChg chg="modSp add del mod">
        <pc:chgData name="Martin, Mariah L" userId="03e2ac4b-b1d4-43f5-b4c4-db8f6ad7eff4" providerId="ADAL" clId="{16989B3A-6D87-45DE-B7F5-B0E9A67B3868}" dt="2025-12-08T02:25:18.680" v="188" actId="47"/>
        <pc:sldMkLst>
          <pc:docMk/>
          <pc:sldMk cId="1419480728" sldId="287"/>
        </pc:sldMkLst>
        <pc:spChg chg="mod">
          <ac:chgData name="Martin, Mariah L" userId="03e2ac4b-b1d4-43f5-b4c4-db8f6ad7eff4" providerId="ADAL" clId="{16989B3A-6D87-45DE-B7F5-B0E9A67B3868}" dt="2025-12-08T02:25:09.520" v="187" actId="20577"/>
          <ac:spMkLst>
            <pc:docMk/>
            <pc:sldMk cId="1419480728" sldId="287"/>
            <ac:spMk id="4" creationId="{1B1DBA4A-4C76-B417-7B4A-0951BF5AA3A0}"/>
          </ac:spMkLst>
        </pc:spChg>
      </pc:sldChg>
      <pc:sldChg chg="addSp delSp modSp add del mod">
        <pc:chgData name="Martin, Mariah L" userId="03e2ac4b-b1d4-43f5-b4c4-db8f6ad7eff4" providerId="ADAL" clId="{16989B3A-6D87-45DE-B7F5-B0E9A67B3868}" dt="2025-12-08T02:24:43.886" v="185" actId="47"/>
        <pc:sldMkLst>
          <pc:docMk/>
          <pc:sldMk cId="1656021447" sldId="287"/>
        </pc:sldMkLst>
        <pc:spChg chg="mo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2" creationId="{5BF404FA-22A7-A600-9622-DC006F909DBC}"/>
          </ac:spMkLst>
        </pc:spChg>
        <pc:spChg chg="mo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3" creationId="{CC405C13-7954-0290-00C2-B8CC8BB89668}"/>
          </ac:spMkLst>
        </pc:spChg>
        <pc:spChg chg="mo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4" creationId="{1E5191BD-DA96-E967-465E-146CB08089FB}"/>
          </ac:spMkLst>
        </pc:spChg>
        <pc:spChg chg="del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8" creationId="{E7CD3C5D-4F7D-99DA-2680-5F604D6A13A6}"/>
          </ac:spMkLst>
        </pc:spChg>
        <pc:spChg chg="del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10" creationId="{A2881EF4-7726-85BD-5CA9-7214DFD8014F}"/>
          </ac:spMkLst>
        </pc:spChg>
        <pc:spChg chg="ad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28" creationId="{21739CA5-F0F5-48E1-8E8C-F24B71827E46}"/>
          </ac:spMkLst>
        </pc:spChg>
        <pc:spChg chg="ad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30" creationId="{3EAD2937-F230-41D4-B9C5-975B129BFC20}"/>
          </ac:spMkLst>
        </pc:spChg>
        <pc:spChg chg="add">
          <ac:chgData name="Martin, Mariah L" userId="03e2ac4b-b1d4-43f5-b4c4-db8f6ad7eff4" providerId="ADAL" clId="{16989B3A-6D87-45DE-B7F5-B0E9A67B3868}" dt="2025-12-08T02:24:31.866" v="184" actId="26606"/>
          <ac:spMkLst>
            <pc:docMk/>
            <pc:sldMk cId="1656021447" sldId="287"/>
            <ac:spMk id="32" creationId="{CCD444A3-C338-4886-B7F1-4BA2AF46EB64}"/>
          </ac:spMkLst>
        </pc:spChg>
        <pc:grpChg chg="del">
          <ac:chgData name="Martin, Mariah L" userId="03e2ac4b-b1d4-43f5-b4c4-db8f6ad7eff4" providerId="ADAL" clId="{16989B3A-6D87-45DE-B7F5-B0E9A67B3868}" dt="2025-12-08T02:24:31.866" v="184" actId="26606"/>
          <ac:grpSpMkLst>
            <pc:docMk/>
            <pc:sldMk cId="1656021447" sldId="287"/>
            <ac:grpSpMk id="12" creationId="{E72718A5-D282-22D2-F707-02A80B4205AB}"/>
          </ac:grpSpMkLst>
        </pc:grpChg>
        <pc:grpChg chg="del">
          <ac:chgData name="Martin, Mariah L" userId="03e2ac4b-b1d4-43f5-b4c4-db8f6ad7eff4" providerId="ADAL" clId="{16989B3A-6D87-45DE-B7F5-B0E9A67B3868}" dt="2025-12-08T02:24:31.866" v="184" actId="26606"/>
          <ac:grpSpMkLst>
            <pc:docMk/>
            <pc:sldMk cId="1656021447" sldId="287"/>
            <ac:grpSpMk id="16" creationId="{A8BC8230-09F9-8C8F-AD93-F7214D675256}"/>
          </ac:grpSpMkLst>
        </pc:grpChg>
      </pc:sldChg>
      <pc:sldChg chg="addSp delSp add del setBg delDesignElem">
        <pc:chgData name="Martin, Mariah L" userId="03e2ac4b-b1d4-43f5-b4c4-db8f6ad7eff4" providerId="ADAL" clId="{16989B3A-6D87-45DE-B7F5-B0E9A67B3868}" dt="2025-12-08T02:25:21.302" v="191"/>
        <pc:sldMkLst>
          <pc:docMk/>
          <pc:sldMk cId="3861891069" sldId="287"/>
        </pc:sldMkLst>
        <pc:spChg chg="add del">
          <ac:chgData name="Martin, Mariah L" userId="03e2ac4b-b1d4-43f5-b4c4-db8f6ad7eff4" providerId="ADAL" clId="{16989B3A-6D87-45DE-B7F5-B0E9A67B3868}" dt="2025-12-08T02:25:21.302" v="191"/>
          <ac:spMkLst>
            <pc:docMk/>
            <pc:sldMk cId="3861891069" sldId="287"/>
            <ac:spMk id="8" creationId="{1E6F9C5F-B572-3B49-9299-DEDA44A84258}"/>
          </ac:spMkLst>
        </pc:spChg>
        <pc:grpChg chg="add del">
          <ac:chgData name="Martin, Mariah L" userId="03e2ac4b-b1d4-43f5-b4c4-db8f6ad7eff4" providerId="ADAL" clId="{16989B3A-6D87-45DE-B7F5-B0E9A67B3868}" dt="2025-12-08T02:25:21.302" v="191"/>
          <ac:grpSpMkLst>
            <pc:docMk/>
            <pc:sldMk cId="3861891069" sldId="287"/>
            <ac:grpSpMk id="10" creationId="{AF9F185F-5364-0919-8567-43741FC329DB}"/>
          </ac:grpSpMkLst>
        </pc:grpChg>
        <pc:grpChg chg="add del">
          <ac:chgData name="Martin, Mariah L" userId="03e2ac4b-b1d4-43f5-b4c4-db8f6ad7eff4" providerId="ADAL" clId="{16989B3A-6D87-45DE-B7F5-B0E9A67B3868}" dt="2025-12-08T02:25:21.302" v="191"/>
          <ac:grpSpMkLst>
            <pc:docMk/>
            <pc:sldMk cId="3861891069" sldId="287"/>
            <ac:grpSpMk id="14" creationId="{756E1A0A-B4F6-F96A-F9A7-BA91B2F00458}"/>
          </ac:grpSpMkLst>
        </pc:grpChg>
      </pc:sldChg>
      <pc:sldChg chg="new del">
        <pc:chgData name="Martin, Mariah L" userId="03e2ac4b-b1d4-43f5-b4c4-db8f6ad7eff4" providerId="ADAL" clId="{16989B3A-6D87-45DE-B7F5-B0E9A67B3868}" dt="2025-12-08T02:23:33.820" v="182" actId="2696"/>
        <pc:sldMkLst>
          <pc:docMk/>
          <pc:sldMk cId="3999798104" sldId="287"/>
        </pc:sldMkLst>
      </pc:sldChg>
      <pc:sldChg chg="modSp add mod ord">
        <pc:chgData name="Martin, Mariah L" userId="03e2ac4b-b1d4-43f5-b4c4-db8f6ad7eff4" providerId="ADAL" clId="{16989B3A-6D87-45DE-B7F5-B0E9A67B3868}" dt="2025-12-08T02:40:56.097" v="417" actId="404"/>
        <pc:sldMkLst>
          <pc:docMk/>
          <pc:sldMk cId="4204573016" sldId="288"/>
        </pc:sldMkLst>
        <pc:spChg chg="mod">
          <ac:chgData name="Martin, Mariah L" userId="03e2ac4b-b1d4-43f5-b4c4-db8f6ad7eff4" providerId="ADAL" clId="{16989B3A-6D87-45DE-B7F5-B0E9A67B3868}" dt="2025-12-08T02:40:56.097" v="417" actId="404"/>
          <ac:spMkLst>
            <pc:docMk/>
            <pc:sldMk cId="4204573016" sldId="288"/>
            <ac:spMk id="3" creationId="{9B970FFB-ACD2-9D8F-592A-5FD7B9F12CA8}"/>
          </ac:spMkLst>
        </pc:spChg>
        <pc:spChg chg="mod">
          <ac:chgData name="Martin, Mariah L" userId="03e2ac4b-b1d4-43f5-b4c4-db8f6ad7eff4" providerId="ADAL" clId="{16989B3A-6D87-45DE-B7F5-B0E9A67B3868}" dt="2025-12-08T02:38:42.512" v="381" actId="14100"/>
          <ac:spMkLst>
            <pc:docMk/>
            <pc:sldMk cId="4204573016" sldId="288"/>
            <ac:spMk id="4" creationId="{FE1CC621-AF55-451E-7C49-2D999A838AB8}"/>
          </ac:spMkLst>
        </pc:spChg>
      </pc:sldChg>
      <pc:sldChg chg="addSp modSp add mod ord">
        <pc:chgData name="Martin, Mariah L" userId="03e2ac4b-b1d4-43f5-b4c4-db8f6ad7eff4" providerId="ADAL" clId="{16989B3A-6D87-45DE-B7F5-B0E9A67B3868}" dt="2025-12-08T02:48:12.610" v="544" actId="113"/>
        <pc:sldMkLst>
          <pc:docMk/>
          <pc:sldMk cId="314185641" sldId="289"/>
        </pc:sldMkLst>
        <pc:spChg chg="add mod">
          <ac:chgData name="Martin, Mariah L" userId="03e2ac4b-b1d4-43f5-b4c4-db8f6ad7eff4" providerId="ADAL" clId="{16989B3A-6D87-45DE-B7F5-B0E9A67B3868}" dt="2025-12-08T02:46:48.094" v="513" actId="1076"/>
          <ac:spMkLst>
            <pc:docMk/>
            <pc:sldMk cId="314185641" sldId="289"/>
            <ac:spMk id="2" creationId="{BC2369D6-71CA-9AFB-D294-F97BA9E17A1D}"/>
          </ac:spMkLst>
        </pc:spChg>
        <pc:spChg chg="mod">
          <ac:chgData name="Martin, Mariah L" userId="03e2ac4b-b1d4-43f5-b4c4-db8f6ad7eff4" providerId="ADAL" clId="{16989B3A-6D87-45DE-B7F5-B0E9A67B3868}" dt="2025-12-08T02:44:41.978" v="483" actId="5793"/>
          <ac:spMkLst>
            <pc:docMk/>
            <pc:sldMk cId="314185641" sldId="289"/>
            <ac:spMk id="13" creationId="{A4AFF3F3-A2D3-82D1-4F04-8A4AC271D1C3}"/>
          </ac:spMkLst>
        </pc:spChg>
        <pc:spChg chg="mod">
          <ac:chgData name="Martin, Mariah L" userId="03e2ac4b-b1d4-43f5-b4c4-db8f6ad7eff4" providerId="ADAL" clId="{16989B3A-6D87-45DE-B7F5-B0E9A67B3868}" dt="2025-12-08T02:48:12.610" v="544" actId="113"/>
          <ac:spMkLst>
            <pc:docMk/>
            <pc:sldMk cId="314185641" sldId="289"/>
            <ac:spMk id="22" creationId="{63505E23-D598-67F0-5BF3-3EE7A7562B47}"/>
          </ac:spMkLst>
        </pc:spChg>
      </pc:sldChg>
      <pc:sldChg chg="addSp delSp add del setBg delDesignElem">
        <pc:chgData name="Martin, Mariah L" userId="03e2ac4b-b1d4-43f5-b4c4-db8f6ad7eff4" providerId="ADAL" clId="{16989B3A-6D87-45DE-B7F5-B0E9A67B3868}" dt="2025-12-08T02:39:39.601" v="397"/>
        <pc:sldMkLst>
          <pc:docMk/>
          <pc:sldMk cId="490179530" sldId="289"/>
        </pc:sldMkLst>
        <pc:spChg chg="add del">
          <ac:chgData name="Martin, Mariah L" userId="03e2ac4b-b1d4-43f5-b4c4-db8f6ad7eff4" providerId="ADAL" clId="{16989B3A-6D87-45DE-B7F5-B0E9A67B3868}" dt="2025-12-08T02:39:39.601" v="397"/>
          <ac:spMkLst>
            <pc:docMk/>
            <pc:sldMk cId="490179530" sldId="289"/>
            <ac:spMk id="8" creationId="{33C9D261-A09F-E233-3E8C-98E4FB20224C}"/>
          </ac:spMkLst>
        </pc:spChg>
        <pc:grpChg chg="add del">
          <ac:chgData name="Martin, Mariah L" userId="03e2ac4b-b1d4-43f5-b4c4-db8f6ad7eff4" providerId="ADAL" clId="{16989B3A-6D87-45DE-B7F5-B0E9A67B3868}" dt="2025-12-08T02:39:39.601" v="397"/>
          <ac:grpSpMkLst>
            <pc:docMk/>
            <pc:sldMk cId="490179530" sldId="289"/>
            <ac:grpSpMk id="10" creationId="{D21C9FE7-5B15-3C80-461E-4525F8A1F0AF}"/>
          </ac:grpSpMkLst>
        </pc:grpChg>
        <pc:grpChg chg="add del">
          <ac:chgData name="Martin, Mariah L" userId="03e2ac4b-b1d4-43f5-b4c4-db8f6ad7eff4" providerId="ADAL" clId="{16989B3A-6D87-45DE-B7F5-B0E9A67B3868}" dt="2025-12-08T02:39:39.601" v="397"/>
          <ac:grpSpMkLst>
            <pc:docMk/>
            <pc:sldMk cId="490179530" sldId="289"/>
            <ac:grpSpMk id="14" creationId="{E57B7E24-3123-30E6-90BE-464B230F1C9A}"/>
          </ac:grpSpMkLst>
        </pc:grpChg>
      </pc:sldChg>
      <pc:sldChg chg="modSp add mod ord">
        <pc:chgData name="Martin, Mariah L" userId="03e2ac4b-b1d4-43f5-b4c4-db8f6ad7eff4" providerId="ADAL" clId="{16989B3A-6D87-45DE-B7F5-B0E9A67B3868}" dt="2025-12-08T02:49:11.438" v="556" actId="20577"/>
        <pc:sldMkLst>
          <pc:docMk/>
          <pc:sldMk cId="1319244380" sldId="290"/>
        </pc:sldMkLst>
        <pc:spChg chg="mod">
          <ac:chgData name="Martin, Mariah L" userId="03e2ac4b-b1d4-43f5-b4c4-db8f6ad7eff4" providerId="ADAL" clId="{16989B3A-6D87-45DE-B7F5-B0E9A67B3868}" dt="2025-12-08T02:49:11.438" v="556" actId="20577"/>
          <ac:spMkLst>
            <pc:docMk/>
            <pc:sldMk cId="1319244380" sldId="290"/>
            <ac:spMk id="3" creationId="{CC864AE9-29F6-7F04-5E62-A82B7E02D382}"/>
          </ac:spMkLst>
        </pc:spChg>
        <pc:spChg chg="mod">
          <ac:chgData name="Martin, Mariah L" userId="03e2ac4b-b1d4-43f5-b4c4-db8f6ad7eff4" providerId="ADAL" clId="{16989B3A-6D87-45DE-B7F5-B0E9A67B3868}" dt="2025-12-08T02:48:54.588" v="555" actId="20577"/>
          <ac:spMkLst>
            <pc:docMk/>
            <pc:sldMk cId="1319244380" sldId="290"/>
            <ac:spMk id="4" creationId="{10606EB7-874F-FA92-A3F9-917ABB4CD773}"/>
          </ac:spMkLst>
        </pc:spChg>
      </pc:sldChg>
      <pc:sldChg chg="add ord">
        <pc:chgData name="Martin, Mariah L" userId="03e2ac4b-b1d4-43f5-b4c4-db8f6ad7eff4" providerId="ADAL" clId="{16989B3A-6D87-45DE-B7F5-B0E9A67B3868}" dt="2025-12-08T02:40:04.902" v="404"/>
        <pc:sldMkLst>
          <pc:docMk/>
          <pc:sldMk cId="4066231769" sldId="291"/>
        </pc:sldMkLst>
      </pc:sldChg>
      <pc:sldChg chg="add ord">
        <pc:chgData name="Martin, Mariah L" userId="03e2ac4b-b1d4-43f5-b4c4-db8f6ad7eff4" providerId="ADAL" clId="{16989B3A-6D87-45DE-B7F5-B0E9A67B3868}" dt="2025-12-08T02:40:12.905" v="409"/>
        <pc:sldMkLst>
          <pc:docMk/>
          <pc:sldMk cId="465001472" sldId="292"/>
        </pc:sldMkLst>
      </pc:sldChg>
    </pc:docChg>
  </pc:docChgLst>
  <pc:docChgLst>
    <pc:chgData name="Van Scoy, Ethan W" userId="S::ewvansc@pointpark.edu::e4fcb25d-938d-4342-bd66-a47f660a16b9" providerId="AD" clId="Web-{E18B5E12-DD69-F424-8746-FE3D5321CF0D}"/>
    <pc:docChg chg="modSld">
      <pc:chgData name="Van Scoy, Ethan W" userId="S::ewvansc@pointpark.edu::e4fcb25d-938d-4342-bd66-a47f660a16b9" providerId="AD" clId="Web-{E18B5E12-DD69-F424-8746-FE3D5321CF0D}" dt="2025-12-07T23:30:11.327" v="72" actId="20577"/>
      <pc:docMkLst>
        <pc:docMk/>
      </pc:docMkLst>
      <pc:sldChg chg="modSp">
        <pc:chgData name="Van Scoy, Ethan W" userId="S::ewvansc@pointpark.edu::e4fcb25d-938d-4342-bd66-a47f660a16b9" providerId="AD" clId="Web-{E18B5E12-DD69-F424-8746-FE3D5321CF0D}" dt="2025-12-07T23:30:11.327" v="72" actId="20577"/>
        <pc:sldMkLst>
          <pc:docMk/>
          <pc:sldMk cId="2807026186" sldId="283"/>
        </pc:sldMkLst>
        <pc:spChg chg="mod">
          <ac:chgData name="Van Scoy, Ethan W" userId="S::ewvansc@pointpark.edu::e4fcb25d-938d-4342-bd66-a47f660a16b9" providerId="AD" clId="Web-{E18B5E12-DD69-F424-8746-FE3D5321CF0D}" dt="2025-12-07T23:30:11.327" v="72" actId="20577"/>
          <ac:spMkLst>
            <pc:docMk/>
            <pc:sldMk cId="2807026186" sldId="283"/>
            <ac:spMk id="3" creationId="{FDCEF7F1-9617-3974-BFB9-7AB5DB48260D}"/>
          </ac:spMkLst>
        </pc:spChg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1">
  <dgm:title val=""/>
  <dgm:desc val=""/>
  <dgm:catLst>
    <dgm:cat type="mainScheme" pri="10100"/>
  </dgm:catLst>
  <dgm:styleLbl name="node0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dk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dk1">
        <a:tint val="40000"/>
      </a:schemeClr>
    </dgm:fillClrLst>
    <dgm:linClrLst meth="repeat">
      <a:schemeClr val="dk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dk1">
        <a:tint val="40000"/>
      </a:schemeClr>
    </dgm:fillClrLst>
    <dgm:linClrLst meth="repeat">
      <a:schemeClr val="dk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dk1">
        <a:tint val="40000"/>
      </a:schemeClr>
    </dgm:fillClrLst>
    <dgm:linClrLst meth="repeat">
      <a:schemeClr val="dk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dk1">
        <a:tint val="60000"/>
      </a:schemeClr>
    </dgm:fillClrLst>
    <dgm:linClrLst meth="repeat">
      <a:schemeClr val="dk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dk1">
        <a:tint val="60000"/>
      </a:schemeClr>
    </dgm:fillClrLst>
    <dgm:linClrLst meth="repeat">
      <a:schemeClr val="dk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dk1">
        <a:tint val="60000"/>
      </a:schemeClr>
    </dgm:fillClrLst>
    <dgm:linClrLst meth="repeat">
      <a:schemeClr val="dk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dk1"/>
    </dgm:fillClrLst>
    <dgm:linClrLst meth="repeat">
      <a:schemeClr val="dk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dk1"/>
    </dgm:fillClrLst>
    <dgm:linClrLst meth="repeat">
      <a:schemeClr val="dk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dk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dk1">
        <a:tint val="60000"/>
      </a:schemeClr>
    </dgm:fillClrLst>
    <dgm:linClrLst meth="repeat">
      <a:schemeClr val="dk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dk1"/>
    </dgm:fillClrLst>
    <dgm:linClrLst meth="repeat">
      <a:schemeClr val="dk1"/>
    </dgm:linClrLst>
    <dgm:effectClrLst/>
    <dgm:txLinClrLst/>
    <dgm:txFillClrLst/>
    <dgm:txEffectClrLst/>
  </dgm:styleLbl>
  <dgm:styleLbl name="parChTrans2D3">
    <dgm:fillClrLst meth="repeat">
      <a:schemeClr val="dk1"/>
    </dgm:fillClrLst>
    <dgm:linClrLst meth="repeat">
      <a:schemeClr val="dk1"/>
    </dgm:linClrLst>
    <dgm:effectClrLst/>
    <dgm:txLinClrLst/>
    <dgm:txFillClrLst/>
    <dgm:txEffectClrLst/>
  </dgm:styleLbl>
  <dgm:styleLbl name="parChTrans2D4">
    <dgm:fillClrLst meth="repeat">
      <a:schemeClr val="dk1"/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dk1"/>
    </dgm:fillClrLst>
    <dgm:linClrLst meth="repeat">
      <a:schemeClr val="dk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1"/>
    </dgm:fillClrLst>
    <dgm:linClrLst meth="repeat">
      <a:schemeClr val="dk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1"/>
    </dgm:fillClrLst>
    <dgm:linClrLst meth="repeat">
      <a:schemeClr val="dk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1"/>
    </dgm:fillClrLst>
    <dgm:linClrLst meth="repeat">
      <a:schemeClr val="dk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dk1">
        <a:alpha val="4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dk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dk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dk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dk1">
        <a:alpha val="90000"/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1">
        <a:shade val="8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1">
        <a:tint val="50000"/>
        <a:alpha val="4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1A84F40-4CBB-4AB1-A5BC-9017D2947FB6}" type="doc">
      <dgm:prSet loTypeId="urn:microsoft.com/office/officeart/2005/8/layout/list1" loCatId="list" qsTypeId="urn:microsoft.com/office/officeart/2005/8/quickstyle/simple1" qsCatId="simple" csTypeId="urn:microsoft.com/office/officeart/2005/8/colors/accent0_1" csCatId="mainScheme" phldr="1"/>
      <dgm:spPr/>
      <dgm:t>
        <a:bodyPr/>
        <a:lstStyle/>
        <a:p>
          <a:endParaRPr lang="en-US"/>
        </a:p>
      </dgm:t>
    </dgm:pt>
    <dgm:pt modelId="{C66FF1BC-572D-409C-98C2-2B0D43857F1C}">
      <dgm:prSet custT="1"/>
      <dgm:spPr/>
      <dgm:t>
        <a:bodyPr/>
        <a:lstStyle/>
        <a:p>
          <a:r>
            <a:rPr lang="en-US" sz="1800"/>
            <a:t>• UC-1: Join a Study Group (Mariah)</a:t>
          </a:r>
        </a:p>
      </dgm:t>
    </dgm:pt>
    <dgm:pt modelId="{76420E77-29F2-4BC5-8FB2-9927FF2B5404}" type="parTrans" cxnId="{F2CA3D73-40C6-4472-BB12-6DE72D1B3010}">
      <dgm:prSet/>
      <dgm:spPr/>
      <dgm:t>
        <a:bodyPr/>
        <a:lstStyle/>
        <a:p>
          <a:endParaRPr lang="en-US" sz="1800"/>
        </a:p>
      </dgm:t>
    </dgm:pt>
    <dgm:pt modelId="{39B8F52C-F3E2-4726-B2A5-155F312137A8}" type="sibTrans" cxnId="{F2CA3D73-40C6-4472-BB12-6DE72D1B3010}">
      <dgm:prSet/>
      <dgm:spPr/>
      <dgm:t>
        <a:bodyPr/>
        <a:lstStyle/>
        <a:p>
          <a:endParaRPr lang="en-US" sz="1800"/>
        </a:p>
      </dgm:t>
    </dgm:pt>
    <dgm:pt modelId="{C3ECF094-FF89-4EC7-A371-B878D57A5B58}">
      <dgm:prSet custT="1"/>
      <dgm:spPr/>
      <dgm:t>
        <a:bodyPr/>
        <a:lstStyle/>
        <a:p>
          <a:r>
            <a:rPr lang="en-US" sz="1800"/>
            <a:t>• UC-2: Post a Question &amp; Accept an Answer (Ethan)</a:t>
          </a:r>
        </a:p>
      </dgm:t>
    </dgm:pt>
    <dgm:pt modelId="{38F5681B-C28B-4B43-8F88-ED4A12FE1F97}" type="parTrans" cxnId="{79182DE8-25E8-4E42-AEE1-18035CB3E6F9}">
      <dgm:prSet/>
      <dgm:spPr/>
      <dgm:t>
        <a:bodyPr/>
        <a:lstStyle/>
        <a:p>
          <a:endParaRPr lang="en-US" sz="1800"/>
        </a:p>
      </dgm:t>
    </dgm:pt>
    <dgm:pt modelId="{A0C3F71B-360B-4F3C-B946-B8A88421DF7F}" type="sibTrans" cxnId="{79182DE8-25E8-4E42-AEE1-18035CB3E6F9}">
      <dgm:prSet/>
      <dgm:spPr/>
      <dgm:t>
        <a:bodyPr/>
        <a:lstStyle/>
        <a:p>
          <a:endParaRPr lang="en-US" sz="1800"/>
        </a:p>
      </dgm:t>
    </dgm:pt>
    <dgm:pt modelId="{1837380B-12D9-405E-A943-D221DEFE3FC2}">
      <dgm:prSet custT="1"/>
      <dgm:spPr/>
      <dgm:t>
        <a:bodyPr/>
        <a:lstStyle/>
        <a:p>
          <a:r>
            <a:rPr lang="en-US" sz="1800"/>
            <a:t>• UC-3: Upload &amp; Tag a Resource (Mariah)</a:t>
          </a:r>
        </a:p>
      </dgm:t>
    </dgm:pt>
    <dgm:pt modelId="{A0EDACBB-FDDC-4320-B7B3-D17B260BA949}" type="parTrans" cxnId="{2F0166F9-58B2-4DC1-9F42-B9309A91D900}">
      <dgm:prSet/>
      <dgm:spPr/>
      <dgm:t>
        <a:bodyPr/>
        <a:lstStyle/>
        <a:p>
          <a:endParaRPr lang="en-US" sz="1800"/>
        </a:p>
      </dgm:t>
    </dgm:pt>
    <dgm:pt modelId="{84986ED5-173F-451F-BA01-699FACA7B518}" type="sibTrans" cxnId="{2F0166F9-58B2-4DC1-9F42-B9309A91D900}">
      <dgm:prSet/>
      <dgm:spPr/>
      <dgm:t>
        <a:bodyPr/>
        <a:lstStyle/>
        <a:p>
          <a:endParaRPr lang="en-US" sz="1800"/>
        </a:p>
      </dgm:t>
    </dgm:pt>
    <dgm:pt modelId="{DCECCE83-7623-4D30-99E1-23507BC76F0D}">
      <dgm:prSet custT="1"/>
      <dgm:spPr/>
      <dgm:t>
        <a:bodyPr/>
        <a:lstStyle/>
        <a:p>
          <a:r>
            <a:rPr lang="en-US" sz="1800"/>
            <a:t>• UC-4: Assignment Planner with Calendar Sync (Brandon)</a:t>
          </a:r>
        </a:p>
      </dgm:t>
    </dgm:pt>
    <dgm:pt modelId="{788BD1A9-D38C-4CAF-8241-0A289959ED06}" type="parTrans" cxnId="{154E5A4B-4814-45F9-B5AC-D57292916685}">
      <dgm:prSet/>
      <dgm:spPr/>
      <dgm:t>
        <a:bodyPr/>
        <a:lstStyle/>
        <a:p>
          <a:endParaRPr lang="en-US" sz="1800"/>
        </a:p>
      </dgm:t>
    </dgm:pt>
    <dgm:pt modelId="{C4454FAC-8A13-42F5-83D3-79B63ECB72CC}" type="sibTrans" cxnId="{154E5A4B-4814-45F9-B5AC-D57292916685}">
      <dgm:prSet/>
      <dgm:spPr/>
      <dgm:t>
        <a:bodyPr/>
        <a:lstStyle/>
        <a:p>
          <a:endParaRPr lang="en-US" sz="1800"/>
        </a:p>
      </dgm:t>
    </dgm:pt>
    <dgm:pt modelId="{9F7DCC74-93BB-4D42-AABC-AB976339734C}" type="pres">
      <dgm:prSet presAssocID="{61A84F40-4CBB-4AB1-A5BC-9017D2947FB6}" presName="linear" presStyleCnt="0">
        <dgm:presLayoutVars>
          <dgm:dir/>
          <dgm:animLvl val="lvl"/>
          <dgm:resizeHandles val="exact"/>
        </dgm:presLayoutVars>
      </dgm:prSet>
      <dgm:spPr/>
    </dgm:pt>
    <dgm:pt modelId="{6438031E-0BBE-48AD-829C-32D4483B8F09}" type="pres">
      <dgm:prSet presAssocID="{C66FF1BC-572D-409C-98C2-2B0D43857F1C}" presName="parentLin" presStyleCnt="0"/>
      <dgm:spPr/>
    </dgm:pt>
    <dgm:pt modelId="{8A762622-8695-45FE-B0E9-A6AAFF30AA62}" type="pres">
      <dgm:prSet presAssocID="{C66FF1BC-572D-409C-98C2-2B0D43857F1C}" presName="parentLeftMargin" presStyleLbl="node1" presStyleIdx="0" presStyleCnt="4"/>
      <dgm:spPr/>
    </dgm:pt>
    <dgm:pt modelId="{D5E38C5E-527B-41D9-AD57-E7BBD9113B1C}" type="pres">
      <dgm:prSet presAssocID="{C66FF1BC-572D-409C-98C2-2B0D43857F1C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DC79CD75-5166-4392-8CB1-1B140B2416CA}" type="pres">
      <dgm:prSet presAssocID="{C66FF1BC-572D-409C-98C2-2B0D43857F1C}" presName="negativeSpace" presStyleCnt="0"/>
      <dgm:spPr/>
    </dgm:pt>
    <dgm:pt modelId="{1F97FC90-8D66-41DA-B07A-94F0AAE91539}" type="pres">
      <dgm:prSet presAssocID="{C66FF1BC-572D-409C-98C2-2B0D43857F1C}" presName="childText" presStyleLbl="conFgAcc1" presStyleIdx="0" presStyleCnt="4">
        <dgm:presLayoutVars>
          <dgm:bulletEnabled val="1"/>
        </dgm:presLayoutVars>
      </dgm:prSet>
      <dgm:spPr/>
    </dgm:pt>
    <dgm:pt modelId="{BBDB55A7-8B3A-4583-BE41-2385EEA50529}" type="pres">
      <dgm:prSet presAssocID="{39B8F52C-F3E2-4726-B2A5-155F312137A8}" presName="spaceBetweenRectangles" presStyleCnt="0"/>
      <dgm:spPr/>
    </dgm:pt>
    <dgm:pt modelId="{9E4AE170-0F7C-4E41-994B-012452CFDC1B}" type="pres">
      <dgm:prSet presAssocID="{C3ECF094-FF89-4EC7-A371-B878D57A5B58}" presName="parentLin" presStyleCnt="0"/>
      <dgm:spPr/>
    </dgm:pt>
    <dgm:pt modelId="{435A1420-C6B9-4F2C-985E-F1592484B884}" type="pres">
      <dgm:prSet presAssocID="{C3ECF094-FF89-4EC7-A371-B878D57A5B58}" presName="parentLeftMargin" presStyleLbl="node1" presStyleIdx="0" presStyleCnt="4"/>
      <dgm:spPr/>
    </dgm:pt>
    <dgm:pt modelId="{DB78EB2A-D065-4BF0-9888-F1B38E47E345}" type="pres">
      <dgm:prSet presAssocID="{C3ECF094-FF89-4EC7-A371-B878D57A5B58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3E766E10-9B11-4B82-A549-8B84AC4E93DE}" type="pres">
      <dgm:prSet presAssocID="{C3ECF094-FF89-4EC7-A371-B878D57A5B58}" presName="negativeSpace" presStyleCnt="0"/>
      <dgm:spPr/>
    </dgm:pt>
    <dgm:pt modelId="{E6AD7FCC-A77D-4664-AAC9-6F93E7C486CA}" type="pres">
      <dgm:prSet presAssocID="{C3ECF094-FF89-4EC7-A371-B878D57A5B58}" presName="childText" presStyleLbl="conFgAcc1" presStyleIdx="1" presStyleCnt="4" custLinFactNeighborX="-5373" custLinFactNeighborY="6446">
        <dgm:presLayoutVars>
          <dgm:bulletEnabled val="1"/>
        </dgm:presLayoutVars>
      </dgm:prSet>
      <dgm:spPr/>
    </dgm:pt>
    <dgm:pt modelId="{4A386D41-9A07-403B-BDF6-1BEC0BAE58EE}" type="pres">
      <dgm:prSet presAssocID="{A0C3F71B-360B-4F3C-B946-B8A88421DF7F}" presName="spaceBetweenRectangles" presStyleCnt="0"/>
      <dgm:spPr/>
    </dgm:pt>
    <dgm:pt modelId="{96F6E101-248C-4412-879B-5A93FA2D3108}" type="pres">
      <dgm:prSet presAssocID="{1837380B-12D9-405E-A943-D221DEFE3FC2}" presName="parentLin" presStyleCnt="0"/>
      <dgm:spPr/>
    </dgm:pt>
    <dgm:pt modelId="{3B97B6D9-CD70-4C8C-947F-811527900F2B}" type="pres">
      <dgm:prSet presAssocID="{1837380B-12D9-405E-A943-D221DEFE3FC2}" presName="parentLeftMargin" presStyleLbl="node1" presStyleIdx="1" presStyleCnt="4"/>
      <dgm:spPr/>
    </dgm:pt>
    <dgm:pt modelId="{85E657AA-0967-41E6-AB12-60AC274DCAC8}" type="pres">
      <dgm:prSet presAssocID="{1837380B-12D9-405E-A943-D221DEFE3FC2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51469756-C5D5-4B85-9E3C-D83D34D7B97F}" type="pres">
      <dgm:prSet presAssocID="{1837380B-12D9-405E-A943-D221DEFE3FC2}" presName="negativeSpace" presStyleCnt="0"/>
      <dgm:spPr/>
    </dgm:pt>
    <dgm:pt modelId="{0AC7732A-8446-4F33-B129-7B2CA9008E5C}" type="pres">
      <dgm:prSet presAssocID="{1837380B-12D9-405E-A943-D221DEFE3FC2}" presName="childText" presStyleLbl="conFgAcc1" presStyleIdx="2" presStyleCnt="4">
        <dgm:presLayoutVars>
          <dgm:bulletEnabled val="1"/>
        </dgm:presLayoutVars>
      </dgm:prSet>
      <dgm:spPr/>
    </dgm:pt>
    <dgm:pt modelId="{413A13A0-8710-4213-BB92-0D7B5A8F25FC}" type="pres">
      <dgm:prSet presAssocID="{84986ED5-173F-451F-BA01-699FACA7B518}" presName="spaceBetweenRectangles" presStyleCnt="0"/>
      <dgm:spPr/>
    </dgm:pt>
    <dgm:pt modelId="{C60E1756-24EF-434B-835F-1E637DE9D941}" type="pres">
      <dgm:prSet presAssocID="{DCECCE83-7623-4D30-99E1-23507BC76F0D}" presName="parentLin" presStyleCnt="0"/>
      <dgm:spPr/>
    </dgm:pt>
    <dgm:pt modelId="{20C69596-2402-441D-B051-D6C2DF03A950}" type="pres">
      <dgm:prSet presAssocID="{DCECCE83-7623-4D30-99E1-23507BC76F0D}" presName="parentLeftMargin" presStyleLbl="node1" presStyleIdx="2" presStyleCnt="4"/>
      <dgm:spPr/>
    </dgm:pt>
    <dgm:pt modelId="{E58F5C00-9078-4548-A41A-B88AC566AB55}" type="pres">
      <dgm:prSet presAssocID="{DCECCE83-7623-4D30-99E1-23507BC76F0D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807AD86-251C-40C5-870B-938162C83F09}" type="pres">
      <dgm:prSet presAssocID="{DCECCE83-7623-4D30-99E1-23507BC76F0D}" presName="negativeSpace" presStyleCnt="0"/>
      <dgm:spPr/>
    </dgm:pt>
    <dgm:pt modelId="{A7B0578C-5096-4C7A-A135-D111D139D6F2}" type="pres">
      <dgm:prSet presAssocID="{DCECCE83-7623-4D30-99E1-23507BC76F0D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ECC03E0E-107B-45C7-B227-B6AF7CC540E6}" type="presOf" srcId="{C3ECF094-FF89-4EC7-A371-B878D57A5B58}" destId="{DB78EB2A-D065-4BF0-9888-F1B38E47E345}" srcOrd="1" destOrd="0" presId="urn:microsoft.com/office/officeart/2005/8/layout/list1"/>
    <dgm:cxn modelId="{173FD828-DDC9-43AC-82AD-99094F33C645}" type="presOf" srcId="{DCECCE83-7623-4D30-99E1-23507BC76F0D}" destId="{E58F5C00-9078-4548-A41A-B88AC566AB55}" srcOrd="1" destOrd="0" presId="urn:microsoft.com/office/officeart/2005/8/layout/list1"/>
    <dgm:cxn modelId="{EB444037-A4CA-4BC3-A1C8-6C1CADE08C99}" type="presOf" srcId="{61A84F40-4CBB-4AB1-A5BC-9017D2947FB6}" destId="{9F7DCC74-93BB-4D42-AABC-AB976339734C}" srcOrd="0" destOrd="0" presId="urn:microsoft.com/office/officeart/2005/8/layout/list1"/>
    <dgm:cxn modelId="{154E5A4B-4814-45F9-B5AC-D57292916685}" srcId="{61A84F40-4CBB-4AB1-A5BC-9017D2947FB6}" destId="{DCECCE83-7623-4D30-99E1-23507BC76F0D}" srcOrd="3" destOrd="0" parTransId="{788BD1A9-D38C-4CAF-8241-0A289959ED06}" sibTransId="{C4454FAC-8A13-42F5-83D3-79B63ECB72CC}"/>
    <dgm:cxn modelId="{F2CA3D73-40C6-4472-BB12-6DE72D1B3010}" srcId="{61A84F40-4CBB-4AB1-A5BC-9017D2947FB6}" destId="{C66FF1BC-572D-409C-98C2-2B0D43857F1C}" srcOrd="0" destOrd="0" parTransId="{76420E77-29F2-4BC5-8FB2-9927FF2B5404}" sibTransId="{39B8F52C-F3E2-4726-B2A5-155F312137A8}"/>
    <dgm:cxn modelId="{FD0F7280-F895-4298-BA9C-F7D2BB074744}" type="presOf" srcId="{C3ECF094-FF89-4EC7-A371-B878D57A5B58}" destId="{435A1420-C6B9-4F2C-985E-F1592484B884}" srcOrd="0" destOrd="0" presId="urn:microsoft.com/office/officeart/2005/8/layout/list1"/>
    <dgm:cxn modelId="{6904E090-CA38-4C7F-ADC0-E9DE7D35D4C8}" type="presOf" srcId="{1837380B-12D9-405E-A943-D221DEFE3FC2}" destId="{85E657AA-0967-41E6-AB12-60AC274DCAC8}" srcOrd="1" destOrd="0" presId="urn:microsoft.com/office/officeart/2005/8/layout/list1"/>
    <dgm:cxn modelId="{C08F16B9-28A2-4AB6-B688-454D52168292}" type="presOf" srcId="{C66FF1BC-572D-409C-98C2-2B0D43857F1C}" destId="{D5E38C5E-527B-41D9-AD57-E7BBD9113B1C}" srcOrd="1" destOrd="0" presId="urn:microsoft.com/office/officeart/2005/8/layout/list1"/>
    <dgm:cxn modelId="{EF0380D6-7373-4B19-A72A-E0073CEC32BD}" type="presOf" srcId="{C66FF1BC-572D-409C-98C2-2B0D43857F1C}" destId="{8A762622-8695-45FE-B0E9-A6AAFF30AA62}" srcOrd="0" destOrd="0" presId="urn:microsoft.com/office/officeart/2005/8/layout/list1"/>
    <dgm:cxn modelId="{120F66DA-6AE0-4937-85C9-5DE1AD602B6E}" type="presOf" srcId="{DCECCE83-7623-4D30-99E1-23507BC76F0D}" destId="{20C69596-2402-441D-B051-D6C2DF03A950}" srcOrd="0" destOrd="0" presId="urn:microsoft.com/office/officeart/2005/8/layout/list1"/>
    <dgm:cxn modelId="{79182DE8-25E8-4E42-AEE1-18035CB3E6F9}" srcId="{61A84F40-4CBB-4AB1-A5BC-9017D2947FB6}" destId="{C3ECF094-FF89-4EC7-A371-B878D57A5B58}" srcOrd="1" destOrd="0" parTransId="{38F5681B-C28B-4B43-8F88-ED4A12FE1F97}" sibTransId="{A0C3F71B-360B-4F3C-B946-B8A88421DF7F}"/>
    <dgm:cxn modelId="{05029BEE-E500-4C0A-8BB1-7AA7E14ED05C}" type="presOf" srcId="{1837380B-12D9-405E-A943-D221DEFE3FC2}" destId="{3B97B6D9-CD70-4C8C-947F-811527900F2B}" srcOrd="0" destOrd="0" presId="urn:microsoft.com/office/officeart/2005/8/layout/list1"/>
    <dgm:cxn modelId="{2F0166F9-58B2-4DC1-9F42-B9309A91D900}" srcId="{61A84F40-4CBB-4AB1-A5BC-9017D2947FB6}" destId="{1837380B-12D9-405E-A943-D221DEFE3FC2}" srcOrd="2" destOrd="0" parTransId="{A0EDACBB-FDDC-4320-B7B3-D17B260BA949}" sibTransId="{84986ED5-173F-451F-BA01-699FACA7B518}"/>
    <dgm:cxn modelId="{6A2D76DB-6CA9-4637-B3E5-FDD876A02738}" type="presParOf" srcId="{9F7DCC74-93BB-4D42-AABC-AB976339734C}" destId="{6438031E-0BBE-48AD-829C-32D4483B8F09}" srcOrd="0" destOrd="0" presId="urn:microsoft.com/office/officeart/2005/8/layout/list1"/>
    <dgm:cxn modelId="{E7BD0C3E-F255-46F3-9BB3-247227E370BF}" type="presParOf" srcId="{6438031E-0BBE-48AD-829C-32D4483B8F09}" destId="{8A762622-8695-45FE-B0E9-A6AAFF30AA62}" srcOrd="0" destOrd="0" presId="urn:microsoft.com/office/officeart/2005/8/layout/list1"/>
    <dgm:cxn modelId="{BF3F1B3F-61A7-411F-9499-B104F57DA423}" type="presParOf" srcId="{6438031E-0BBE-48AD-829C-32D4483B8F09}" destId="{D5E38C5E-527B-41D9-AD57-E7BBD9113B1C}" srcOrd="1" destOrd="0" presId="urn:microsoft.com/office/officeart/2005/8/layout/list1"/>
    <dgm:cxn modelId="{A9601816-9C1B-434F-88D9-1C087A4898B8}" type="presParOf" srcId="{9F7DCC74-93BB-4D42-AABC-AB976339734C}" destId="{DC79CD75-5166-4392-8CB1-1B140B2416CA}" srcOrd="1" destOrd="0" presId="urn:microsoft.com/office/officeart/2005/8/layout/list1"/>
    <dgm:cxn modelId="{E0B03535-0123-413F-A924-B0CDB84F18D6}" type="presParOf" srcId="{9F7DCC74-93BB-4D42-AABC-AB976339734C}" destId="{1F97FC90-8D66-41DA-B07A-94F0AAE91539}" srcOrd="2" destOrd="0" presId="urn:microsoft.com/office/officeart/2005/8/layout/list1"/>
    <dgm:cxn modelId="{8EA46C17-16ED-4BF1-A155-992F8DB9FC6A}" type="presParOf" srcId="{9F7DCC74-93BB-4D42-AABC-AB976339734C}" destId="{BBDB55A7-8B3A-4583-BE41-2385EEA50529}" srcOrd="3" destOrd="0" presId="urn:microsoft.com/office/officeart/2005/8/layout/list1"/>
    <dgm:cxn modelId="{3B73A006-F59F-48F4-9FC2-84BABDC8DD15}" type="presParOf" srcId="{9F7DCC74-93BB-4D42-AABC-AB976339734C}" destId="{9E4AE170-0F7C-4E41-994B-012452CFDC1B}" srcOrd="4" destOrd="0" presId="urn:microsoft.com/office/officeart/2005/8/layout/list1"/>
    <dgm:cxn modelId="{B63BF263-1662-4CA5-B576-60E56D4B014B}" type="presParOf" srcId="{9E4AE170-0F7C-4E41-994B-012452CFDC1B}" destId="{435A1420-C6B9-4F2C-985E-F1592484B884}" srcOrd="0" destOrd="0" presId="urn:microsoft.com/office/officeart/2005/8/layout/list1"/>
    <dgm:cxn modelId="{1D76488D-A61B-484D-9380-DA1464523297}" type="presParOf" srcId="{9E4AE170-0F7C-4E41-994B-012452CFDC1B}" destId="{DB78EB2A-D065-4BF0-9888-F1B38E47E345}" srcOrd="1" destOrd="0" presId="urn:microsoft.com/office/officeart/2005/8/layout/list1"/>
    <dgm:cxn modelId="{FC982318-9C41-442C-9403-3BFE1EB88B56}" type="presParOf" srcId="{9F7DCC74-93BB-4D42-AABC-AB976339734C}" destId="{3E766E10-9B11-4B82-A549-8B84AC4E93DE}" srcOrd="5" destOrd="0" presId="urn:microsoft.com/office/officeart/2005/8/layout/list1"/>
    <dgm:cxn modelId="{40D02451-4D4C-4B01-8966-37439AC923BA}" type="presParOf" srcId="{9F7DCC74-93BB-4D42-AABC-AB976339734C}" destId="{E6AD7FCC-A77D-4664-AAC9-6F93E7C486CA}" srcOrd="6" destOrd="0" presId="urn:microsoft.com/office/officeart/2005/8/layout/list1"/>
    <dgm:cxn modelId="{57C9907F-AC8B-4996-9DC0-C6F4602482A0}" type="presParOf" srcId="{9F7DCC74-93BB-4D42-AABC-AB976339734C}" destId="{4A386D41-9A07-403B-BDF6-1BEC0BAE58EE}" srcOrd="7" destOrd="0" presId="urn:microsoft.com/office/officeart/2005/8/layout/list1"/>
    <dgm:cxn modelId="{9C6410C6-B422-413E-9C33-1A8C4298CF0E}" type="presParOf" srcId="{9F7DCC74-93BB-4D42-AABC-AB976339734C}" destId="{96F6E101-248C-4412-879B-5A93FA2D3108}" srcOrd="8" destOrd="0" presId="urn:microsoft.com/office/officeart/2005/8/layout/list1"/>
    <dgm:cxn modelId="{0B3BA3C2-D1C2-4688-894D-237BBCB0AE69}" type="presParOf" srcId="{96F6E101-248C-4412-879B-5A93FA2D3108}" destId="{3B97B6D9-CD70-4C8C-947F-811527900F2B}" srcOrd="0" destOrd="0" presId="urn:microsoft.com/office/officeart/2005/8/layout/list1"/>
    <dgm:cxn modelId="{456308F0-3801-410E-80EF-50E6FBC971AC}" type="presParOf" srcId="{96F6E101-248C-4412-879B-5A93FA2D3108}" destId="{85E657AA-0967-41E6-AB12-60AC274DCAC8}" srcOrd="1" destOrd="0" presId="urn:microsoft.com/office/officeart/2005/8/layout/list1"/>
    <dgm:cxn modelId="{A8EB4086-12CC-4D0D-95A2-B299C6F33A6F}" type="presParOf" srcId="{9F7DCC74-93BB-4D42-AABC-AB976339734C}" destId="{51469756-C5D5-4B85-9E3C-D83D34D7B97F}" srcOrd="9" destOrd="0" presId="urn:microsoft.com/office/officeart/2005/8/layout/list1"/>
    <dgm:cxn modelId="{463D03E4-2EA1-497E-9D46-36FC976E94B8}" type="presParOf" srcId="{9F7DCC74-93BB-4D42-AABC-AB976339734C}" destId="{0AC7732A-8446-4F33-B129-7B2CA9008E5C}" srcOrd="10" destOrd="0" presId="urn:microsoft.com/office/officeart/2005/8/layout/list1"/>
    <dgm:cxn modelId="{BB80EE77-0835-4FCC-BECD-FC3E457A01A2}" type="presParOf" srcId="{9F7DCC74-93BB-4D42-AABC-AB976339734C}" destId="{413A13A0-8710-4213-BB92-0D7B5A8F25FC}" srcOrd="11" destOrd="0" presId="urn:microsoft.com/office/officeart/2005/8/layout/list1"/>
    <dgm:cxn modelId="{EF892A2F-917C-4B28-8993-6A34D4A2FA18}" type="presParOf" srcId="{9F7DCC74-93BB-4D42-AABC-AB976339734C}" destId="{C60E1756-24EF-434B-835F-1E637DE9D941}" srcOrd="12" destOrd="0" presId="urn:microsoft.com/office/officeart/2005/8/layout/list1"/>
    <dgm:cxn modelId="{431D00EF-87B5-4B21-A051-A61737CC29C7}" type="presParOf" srcId="{C60E1756-24EF-434B-835F-1E637DE9D941}" destId="{20C69596-2402-441D-B051-D6C2DF03A950}" srcOrd="0" destOrd="0" presId="urn:microsoft.com/office/officeart/2005/8/layout/list1"/>
    <dgm:cxn modelId="{620801B4-BD35-40BB-AB2B-1F922BA950EF}" type="presParOf" srcId="{C60E1756-24EF-434B-835F-1E637DE9D941}" destId="{E58F5C00-9078-4548-A41A-B88AC566AB55}" srcOrd="1" destOrd="0" presId="urn:microsoft.com/office/officeart/2005/8/layout/list1"/>
    <dgm:cxn modelId="{83B8C2A4-C5BF-439E-BFF2-AA0D3CBA4EA2}" type="presParOf" srcId="{9F7DCC74-93BB-4D42-AABC-AB976339734C}" destId="{2807AD86-251C-40C5-870B-938162C83F09}" srcOrd="13" destOrd="0" presId="urn:microsoft.com/office/officeart/2005/8/layout/list1"/>
    <dgm:cxn modelId="{FEC9D3B9-D608-44AB-A42C-26397D0B7167}" type="presParOf" srcId="{9F7DCC74-93BB-4D42-AABC-AB976339734C}" destId="{A7B0578C-5096-4C7A-A135-D111D139D6F2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F97FC90-8D66-41DA-B07A-94F0AAE91539}">
      <dsp:nvSpPr>
        <dsp:cNvPr id="0" name=""/>
        <dsp:cNvSpPr/>
      </dsp:nvSpPr>
      <dsp:spPr>
        <a:xfrm>
          <a:off x="0" y="565446"/>
          <a:ext cx="4775935" cy="907200"/>
        </a:xfrm>
        <a:prstGeom prst="rect">
          <a:avLst/>
        </a:prstGeom>
        <a:solidFill>
          <a:schemeClr val="dk1">
            <a:alpha val="90000"/>
            <a:tint val="4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5E38C5E-527B-41D9-AD57-E7BBD9113B1C}">
      <dsp:nvSpPr>
        <dsp:cNvPr id="0" name=""/>
        <dsp:cNvSpPr/>
      </dsp:nvSpPr>
      <dsp:spPr>
        <a:xfrm>
          <a:off x="238796" y="34086"/>
          <a:ext cx="3343154" cy="10627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6363" tIns="0" rIns="126363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• UC-1: Join a Study Group (Mariah)</a:t>
          </a:r>
        </a:p>
      </dsp:txBody>
      <dsp:txXfrm>
        <a:off x="290674" y="85964"/>
        <a:ext cx="3239398" cy="958964"/>
      </dsp:txXfrm>
    </dsp:sp>
    <dsp:sp modelId="{E6AD7FCC-A77D-4664-AAC9-6F93E7C486CA}">
      <dsp:nvSpPr>
        <dsp:cNvPr id="0" name=""/>
        <dsp:cNvSpPr/>
      </dsp:nvSpPr>
      <dsp:spPr>
        <a:xfrm>
          <a:off x="0" y="2210937"/>
          <a:ext cx="4775935" cy="907200"/>
        </a:xfrm>
        <a:prstGeom prst="rect">
          <a:avLst/>
        </a:prstGeom>
        <a:solidFill>
          <a:schemeClr val="dk1">
            <a:alpha val="90000"/>
            <a:tint val="4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B78EB2A-D065-4BF0-9888-F1B38E47E345}">
      <dsp:nvSpPr>
        <dsp:cNvPr id="0" name=""/>
        <dsp:cNvSpPr/>
      </dsp:nvSpPr>
      <dsp:spPr>
        <a:xfrm>
          <a:off x="238796" y="1667046"/>
          <a:ext cx="3343154" cy="10627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6363" tIns="0" rIns="126363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• UC-2: Post a Question &amp; Accept an Answer (Ethan)</a:t>
          </a:r>
        </a:p>
      </dsp:txBody>
      <dsp:txXfrm>
        <a:off x="290674" y="1718924"/>
        <a:ext cx="3239398" cy="958964"/>
      </dsp:txXfrm>
    </dsp:sp>
    <dsp:sp modelId="{0AC7732A-8446-4F33-B129-7B2CA9008E5C}">
      <dsp:nvSpPr>
        <dsp:cNvPr id="0" name=""/>
        <dsp:cNvSpPr/>
      </dsp:nvSpPr>
      <dsp:spPr>
        <a:xfrm>
          <a:off x="0" y="3831366"/>
          <a:ext cx="4775935" cy="907200"/>
        </a:xfrm>
        <a:prstGeom prst="rect">
          <a:avLst/>
        </a:prstGeom>
        <a:solidFill>
          <a:schemeClr val="dk1">
            <a:alpha val="90000"/>
            <a:tint val="4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5E657AA-0967-41E6-AB12-60AC274DCAC8}">
      <dsp:nvSpPr>
        <dsp:cNvPr id="0" name=""/>
        <dsp:cNvSpPr/>
      </dsp:nvSpPr>
      <dsp:spPr>
        <a:xfrm>
          <a:off x="238796" y="3300006"/>
          <a:ext cx="3343154" cy="10627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6363" tIns="0" rIns="126363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• UC-3: Upload &amp; Tag a Resource (Mariah)</a:t>
          </a:r>
        </a:p>
      </dsp:txBody>
      <dsp:txXfrm>
        <a:off x="290674" y="3351884"/>
        <a:ext cx="3239398" cy="958964"/>
      </dsp:txXfrm>
    </dsp:sp>
    <dsp:sp modelId="{A7B0578C-5096-4C7A-A135-D111D139D6F2}">
      <dsp:nvSpPr>
        <dsp:cNvPr id="0" name=""/>
        <dsp:cNvSpPr/>
      </dsp:nvSpPr>
      <dsp:spPr>
        <a:xfrm>
          <a:off x="0" y="5464326"/>
          <a:ext cx="4775935" cy="907200"/>
        </a:xfrm>
        <a:prstGeom prst="rect">
          <a:avLst/>
        </a:prstGeom>
        <a:solidFill>
          <a:schemeClr val="dk1">
            <a:alpha val="90000"/>
            <a:tint val="4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58F5C00-9078-4548-A41A-B88AC566AB55}">
      <dsp:nvSpPr>
        <dsp:cNvPr id="0" name=""/>
        <dsp:cNvSpPr/>
      </dsp:nvSpPr>
      <dsp:spPr>
        <a:xfrm>
          <a:off x="238796" y="4932966"/>
          <a:ext cx="3343154" cy="106272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dk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6363" tIns="0" rIns="126363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• UC-4: Assignment Planner with Calendar Sync (Brandon)</a:t>
          </a:r>
        </a:p>
      </dsp:txBody>
      <dsp:txXfrm>
        <a:off x="290674" y="4984844"/>
        <a:ext cx="3239398" cy="95896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12/8/2025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92281" y="666351"/>
            <a:ext cx="7918803" cy="3044335"/>
          </a:xfrm>
        </p:spPr>
        <p:txBody>
          <a:bodyPr anchor="b">
            <a:normAutofit/>
          </a:bodyPr>
          <a:lstStyle/>
          <a:p>
            <a:r>
              <a:rPr b="1" dirty="0">
                <a:solidFill>
                  <a:schemeClr val="bg1"/>
                </a:solidFill>
              </a:rPr>
              <a:t>Academic Support Hub – </a:t>
            </a:r>
            <a:r>
              <a:rPr lang="en-US" b="1" dirty="0">
                <a:solidFill>
                  <a:schemeClr val="bg1"/>
                </a:solidFill>
              </a:rPr>
              <a:t>Final Presentation</a:t>
            </a:r>
            <a:endParaRPr b="1" dirty="0">
              <a:solidFill>
                <a:schemeClr val="bg1"/>
              </a:solidFill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92281" y="3866064"/>
            <a:ext cx="7918803" cy="2234485"/>
          </a:xfrm>
        </p:spPr>
        <p:txBody>
          <a:bodyPr anchor="t">
            <a:normAutofit/>
          </a:bodyPr>
          <a:lstStyle/>
          <a:p>
            <a:r>
              <a:rPr>
                <a:solidFill>
                  <a:schemeClr val="bg1"/>
                </a:solidFill>
              </a:rPr>
              <a:t>Mariah, Ethan, </a:t>
            </a:r>
            <a:r>
              <a:rPr lang="en-US">
                <a:solidFill>
                  <a:schemeClr val="bg1"/>
                </a:solidFill>
              </a:rPr>
              <a:t>and </a:t>
            </a:r>
            <a:r>
              <a:rPr>
                <a:solidFill>
                  <a:schemeClr val="bg1"/>
                </a:solidFill>
              </a:rPr>
              <a:t>Brandon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30F5FCA-FF8E-C766-124C-99714377FA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78AD467C-B48E-5C45-37DF-475D7EEBE6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E072DCEB-D8F5-5EC7-0362-DA80757718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BA9209D-F845-184B-2835-49E73D3D38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1D84D9A-A127-4D08-B3D5-C8B85219DE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886D32B-19B3-2690-36B1-D9D0134A85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5050C93-A9EF-01A5-4FA8-9C2FFF478F0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AA57EC0-BC59-1F4C-AA49-8A7C669266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0833728-FE2A-D9E7-40B7-56F6C02917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7DC4086-B17D-D0FA-588B-F4586244D7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9B6D72-2E4A-6C2A-AE33-D9674E8EBA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6B75EB4-F357-419C-ABD7-B385E5C2C0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43A4455-66B3-BD24-28BF-C79AC60981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E1FCF9B-73C1-A915-132F-CB326EB5B6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6B99A83-315D-A649-50BA-2D6EC0B41D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97759C-5E6C-1C4B-72E6-4E958EA8E2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45433" y="753035"/>
            <a:ext cx="4404437" cy="5346013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2000"/>
              <a:t>The Academic Support Hub (ASH) is student collaboration platform that provides:</a:t>
            </a:r>
          </a:p>
          <a:p>
            <a:r>
              <a:rPr lang="en-US" sz="2000" b="1"/>
              <a:t>Study Groups</a:t>
            </a:r>
            <a:r>
              <a:rPr lang="en-US" sz="2000"/>
              <a:t> — create, join, and view study groups by course</a:t>
            </a:r>
          </a:p>
          <a:p>
            <a:r>
              <a:rPr lang="en-US" sz="2000" b="1"/>
              <a:t>Resources</a:t>
            </a:r>
            <a:r>
              <a:rPr lang="en-US" sz="2000"/>
              <a:t> — upload and tag study materials</a:t>
            </a:r>
          </a:p>
          <a:p>
            <a:r>
              <a:rPr lang="en-US" sz="2000" b="1"/>
              <a:t>Q&amp;A</a:t>
            </a:r>
            <a:r>
              <a:rPr lang="en-US" sz="2000"/>
              <a:t> — ask and answer peer questions</a:t>
            </a:r>
          </a:p>
          <a:p>
            <a:r>
              <a:rPr lang="en-US" sz="2000" b="1"/>
              <a:t>Planner</a:t>
            </a:r>
            <a:r>
              <a:rPr lang="en-US" sz="2000"/>
              <a:t> — track assignments and deadlines</a:t>
            </a:r>
          </a:p>
          <a:p>
            <a:endParaRPr lang="en-US" sz="2000"/>
          </a:p>
          <a:p>
            <a:pPr marL="0" indent="0">
              <a:buNone/>
            </a:pPr>
            <a:r>
              <a:rPr lang="en-US" sz="2000"/>
              <a:t>We chose to build this application because we are a diverse group of students who experiences similar academic challenges.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638A7B59-8E2F-8EEB-D40E-396E594BCE66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2636433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Academic Support Hub – (ASH)</a:t>
            </a:r>
          </a:p>
        </p:txBody>
      </p:sp>
    </p:spTree>
    <p:extLst>
      <p:ext uri="{BB962C8B-B14F-4D97-AF65-F5344CB8AC3E}">
        <p14:creationId xmlns:p14="http://schemas.microsoft.com/office/powerpoint/2010/main" val="141612137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E17CB39-3FA4-D546-30F1-A1931FD02F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5206DC9A-72A7-E756-2771-DA0C395C2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7FC48941-9302-02CC-42C1-A85E241329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8CC1EE1-C6A5-C867-3DB3-04EE24B4E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A5139559-F73B-633D-50C3-7276DB5B28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4959818E-1C23-A640-ECAC-3E119A0450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E810598-0733-B56E-C77A-F846AF3FB3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8F771E4-FC1E-A331-6479-D655D7D6DC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D9FA4EE-8E24-1D6E-8050-F722DBFBE8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D9B607B-5954-2CD6-58CF-198F7C097E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BF75698-54C1-42A4-8503-9894EC45A0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1B8AB3B-465F-F977-2A9B-0AF9E5FC70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6EA0DE9-AD95-0317-33BF-608B4E1C9AA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C1CA8C8-E2FD-0977-700C-FAC1CB4639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BDC42AF-AF48-C16D-BE70-46FBEF03BF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58E46E-4227-8A88-C44E-3F98B74B94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16160" y="198409"/>
            <a:ext cx="4076237" cy="6547448"/>
          </a:xfrm>
        </p:spPr>
        <p:txBody>
          <a:bodyPr anchor="ctr">
            <a:normAutofit lnSpcReduction="10000"/>
          </a:bodyPr>
          <a:lstStyle/>
          <a:p>
            <a:pPr>
              <a:buNone/>
            </a:pPr>
            <a:r>
              <a:rPr lang="en-US" sz="1800" b="1" dirty="0"/>
              <a:t>Value Proposition</a:t>
            </a:r>
          </a:p>
          <a:p>
            <a:r>
              <a:rPr lang="en-US" sz="1800" dirty="0"/>
              <a:t>Structured Study and Q&amp;A</a:t>
            </a:r>
          </a:p>
          <a:p>
            <a:r>
              <a:rPr lang="en-US" sz="1800" dirty="0"/>
              <a:t>Centralized Platform</a:t>
            </a:r>
          </a:p>
          <a:p>
            <a:r>
              <a:rPr lang="en-US" sz="1800" dirty="0"/>
              <a:t>Trust &amp; Verification</a:t>
            </a:r>
          </a:p>
          <a:p>
            <a:r>
              <a:rPr lang="en-US" sz="1800" dirty="0"/>
              <a:t>Accessibility</a:t>
            </a:r>
          </a:p>
          <a:p>
            <a:pPr>
              <a:buNone/>
            </a:pPr>
            <a:r>
              <a:rPr lang="en-US" sz="1800" b="1" dirty="0"/>
              <a:t>Customer Segments</a:t>
            </a:r>
          </a:p>
          <a:p>
            <a:r>
              <a:rPr lang="en-US" sz="1800" dirty="0"/>
              <a:t>Busy Students</a:t>
            </a:r>
          </a:p>
          <a:p>
            <a:r>
              <a:rPr lang="en-US" sz="1800" dirty="0"/>
              <a:t>Academic Support Seekers</a:t>
            </a:r>
          </a:p>
          <a:p>
            <a:r>
              <a:rPr lang="en-US" sz="1800" dirty="0"/>
              <a:t>Engaged Students</a:t>
            </a:r>
          </a:p>
          <a:p>
            <a:pPr>
              <a:buNone/>
            </a:pPr>
            <a:r>
              <a:rPr lang="en-US" sz="1800" b="1" dirty="0"/>
              <a:t>Key Activities &amp; Channels</a:t>
            </a:r>
          </a:p>
          <a:p>
            <a:r>
              <a:rPr lang="en-US" sz="1800" dirty="0"/>
              <a:t>Managing Q&amp;A</a:t>
            </a:r>
          </a:p>
          <a:p>
            <a:r>
              <a:rPr lang="en-US" sz="1800" dirty="0"/>
              <a:t>Resource Sharing</a:t>
            </a:r>
          </a:p>
          <a:p>
            <a:pPr>
              <a:buNone/>
            </a:pPr>
            <a:r>
              <a:rPr lang="en-US" sz="1800" b="1" dirty="0"/>
              <a:t>Revenue</a:t>
            </a:r>
          </a:p>
          <a:p>
            <a:r>
              <a:rPr lang="en-US" sz="1800" dirty="0"/>
              <a:t>University Funding</a:t>
            </a:r>
          </a:p>
          <a:p>
            <a:r>
              <a:rPr lang="en-US" sz="1800" dirty="0"/>
              <a:t>Academic Grants</a:t>
            </a:r>
          </a:p>
          <a:p>
            <a:r>
              <a:rPr lang="en-US" sz="1800" dirty="0"/>
              <a:t>Future Licensing Potential</a:t>
            </a:r>
          </a:p>
          <a:p>
            <a:pPr marL="0" indent="0">
              <a:buNone/>
            </a:pPr>
            <a:r>
              <a:rPr lang="en-US" sz="1800" b="1" dirty="0"/>
              <a:t>Partners</a:t>
            </a:r>
          </a:p>
          <a:p>
            <a:r>
              <a:rPr lang="en-US" sz="1800" dirty="0"/>
              <a:t>PPU IT</a:t>
            </a:r>
          </a:p>
          <a:p>
            <a:r>
              <a:rPr lang="en-US" sz="1800" dirty="0"/>
              <a:t>Academic Departments</a:t>
            </a:r>
          </a:p>
          <a:p>
            <a:r>
              <a:rPr lang="en-US" sz="1800" dirty="0"/>
              <a:t>Peer Tutoring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1C11A6CC-98F1-BC49-CC04-7A129DA3BF4E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2636433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Business Model </a:t>
            </a:r>
          </a:p>
        </p:txBody>
      </p:sp>
    </p:spTree>
    <p:extLst>
      <p:ext uri="{BB962C8B-B14F-4D97-AF65-F5344CB8AC3E}">
        <p14:creationId xmlns:p14="http://schemas.microsoft.com/office/powerpoint/2010/main" val="17205202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2A2B063-C3D0-B3AE-ADFC-F89A9AD18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D1B99E41-87EC-20E7-84FC-5021451BE0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07AF7C4-E9A7-BF8B-3A93-131FC69A71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64C5D58-FAE0-79F1-D8AE-C5FEBD0879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0232AD21-A19A-AE0A-E062-39455FF48E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9725D9A1-2065-6092-869A-CBE54CA658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0C25730-6895-78CD-3B24-BC9136C61E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A6C8B21-9228-01E7-285A-045C3CCF17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078D6C8-D9F9-DF0A-2AC6-AEA01620FE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1E4380D-EB49-55CE-FEB2-6E2FDF43CC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BA78447-CE82-1664-3CA2-130A681FDF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FD4F266-965F-7D82-68AA-0B56974230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FCBA570-2F28-4ACF-00E0-84E03011EE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D1AA597-CC02-C3E9-D460-C3DD26EFD2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D03DEEC-33CC-89CC-E940-6E8C723E11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CEF7F1-9617-3974-BFB9-7AB5DB48260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16160" y="758951"/>
            <a:ext cx="4076237" cy="5340097"/>
          </a:xfrm>
        </p:spPr>
        <p:txBody>
          <a:bodyPr anchor="ctr">
            <a:normAutofit/>
          </a:bodyPr>
          <a:lstStyle/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Serves as the main landing page for the Academic Support Hub.</a:t>
            </a:r>
            <a:endParaRPr lang="en-US">
              <a:latin typeface="Calibri"/>
              <a:ea typeface="Calibri"/>
              <a:cs typeface="Calibri"/>
            </a:endParaRPr>
          </a:p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Provides a clear introduction to the platform’s purpose.</a:t>
            </a:r>
            <a:endParaRPr lang="en-US">
              <a:latin typeface="Calibri"/>
              <a:ea typeface="Calibri"/>
              <a:cs typeface="Calibri"/>
            </a:endParaRPr>
          </a:p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Simple, user-friendly design to help students navigate quickly.</a:t>
            </a:r>
            <a:endParaRPr lang="en-US">
              <a:latin typeface="Calibri"/>
              <a:ea typeface="Calibri"/>
              <a:cs typeface="Calibri"/>
            </a:endParaRPr>
          </a:p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Direct access to core sections such as Q&amp;A, Study Groups, and Services.</a:t>
            </a:r>
            <a:endParaRPr lang="en-US">
              <a:ea typeface="Calibri"/>
              <a:cs typeface="Calibri"/>
            </a:endParaRPr>
          </a:p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Designed to be clean and accessible for students with busy schedules.</a:t>
            </a:r>
            <a:endParaRPr lang="en-US">
              <a:latin typeface="Calibri"/>
              <a:ea typeface="Calibri"/>
              <a:cs typeface="Calibri"/>
            </a:endParaRPr>
          </a:p>
          <a:p>
            <a:pPr>
              <a:spcAft>
                <a:spcPts val="1200"/>
              </a:spcAft>
            </a:pPr>
            <a:r>
              <a:rPr lang="en-US" sz="1800">
                <a:latin typeface="Aptos Display"/>
              </a:rPr>
              <a:t>Sets the tone and visual style for the rest of the website.</a:t>
            </a:r>
            <a:endParaRPr lang="en-US">
              <a:ea typeface="Calibri"/>
              <a:cs typeface="Calibri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B2194DF0-06DC-5221-CB5E-F6684E3424BB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2636433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Homepage </a:t>
            </a:r>
          </a:p>
        </p:txBody>
      </p:sp>
    </p:spTree>
    <p:extLst>
      <p:ext uri="{BB962C8B-B14F-4D97-AF65-F5344CB8AC3E}">
        <p14:creationId xmlns:p14="http://schemas.microsoft.com/office/powerpoint/2010/main" val="280702618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9" name="Slide background fill">
            <a:extLst>
              <a:ext uri="{FF2B5EF4-FFF2-40B4-BE49-F238E27FC236}">
                <a16:creationId xmlns:a16="http://schemas.microsoft.com/office/drawing/2014/main" id="{1D63C574-BFD2-41A1-A567-B0C3CC7FDD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Color 2">
            <a:extLst>
              <a:ext uri="{FF2B5EF4-FFF2-40B4-BE49-F238E27FC236}">
                <a16:creationId xmlns:a16="http://schemas.microsoft.com/office/drawing/2014/main" id="{E2A46BAB-8C31-42B2-90E8-B26DD3E81D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3F7A3C7-0737-4E57-B30E-8EEFE638B4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3530289" cy="6858000"/>
            <a:chOff x="651279" y="598259"/>
            <a:chExt cx="10889442" cy="5680742"/>
          </a:xfrm>
        </p:grpSpPr>
        <p:sp>
          <p:nvSpPr>
            <p:cNvPr id="34" name="Color">
              <a:extLst>
                <a:ext uri="{FF2B5EF4-FFF2-40B4-BE49-F238E27FC236}">
                  <a16:creationId xmlns:a16="http://schemas.microsoft.com/office/drawing/2014/main" id="{3BE6D516-DFC6-4698-B3F1-5F591C1130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Color">
              <a:extLst>
                <a:ext uri="{FF2B5EF4-FFF2-40B4-BE49-F238E27FC236}">
                  <a16:creationId xmlns:a16="http://schemas.microsoft.com/office/drawing/2014/main" id="{C2580FB0-D146-458C-AF1B-8E8BBF6BBA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9788" y="841248"/>
            <a:ext cx="2636433" cy="5340097"/>
          </a:xfrm>
        </p:spPr>
        <p:txBody>
          <a:bodyPr anchor="ctr">
            <a:normAutofit/>
          </a:bodyPr>
          <a:lstStyle/>
          <a:p>
            <a:pPr algn="l"/>
            <a:r>
              <a:rPr lang="en-US" sz="4200" b="1" dirty="0">
                <a:solidFill>
                  <a:schemeClr val="bg1"/>
                </a:solidFill>
              </a:rPr>
              <a:t>Use Cases </a:t>
            </a:r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FA3B6DEB-ABE8-705A-359E-53C13087F26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53647661"/>
              </p:ext>
            </p:extLst>
          </p:nvPr>
        </p:nvGraphicFramePr>
        <p:xfrm>
          <a:off x="3739414" y="231006"/>
          <a:ext cx="4775935" cy="64056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06118AE-A210-52D8-6479-9B030A9153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F531D112-24F1-3F7F-9857-2A2FD172D73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28228CC7-643A-575A-8294-E565864EC6A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73ACBB-85A1-3D39-40D8-448C8E818D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97D8A13C-4B5E-084C-CC07-7BBFAA06DD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F60BD387-2635-724C-5B66-2F9BB2D99CB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8ABD535-A11E-0768-86EC-F0C73E4054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DEF89D6-1893-4D88-4B63-5A7D3ADC00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266BB90-3015-EC7F-4A38-F92D9A71A4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6883919-E33B-C2A9-531C-602EA1815C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05E6F71-41E4-C6EE-C492-872A6FA0B7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BECB189-348F-BF2B-EA89-E52C466427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2504985-D1D9-5133-BFAB-BFD959F7625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B184A1D-01DF-BA25-1F8A-DE00BB3658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0F1A0A7-292B-612D-50D6-1405B6A8FA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4BCD9C-7946-32AF-FC43-9BDFB6FFDD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5527" y="758951"/>
            <a:ext cx="4349601" cy="5340097"/>
          </a:xfrm>
        </p:spPr>
        <p:txBody>
          <a:bodyPr anchor="ctr">
            <a:normAutofit fontScale="92500" lnSpcReduction="20000"/>
          </a:bodyPr>
          <a:lstStyle/>
          <a:p>
            <a:pPr>
              <a:buNone/>
            </a:pPr>
            <a:r>
              <a:rPr lang="en-US" sz="2200" b="1" dirty="0"/>
              <a:t>Why Study Groups Matter at Point Park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Students often struggle to coordinate study sessions and find peers in the same course.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This feature allows students to instantly view all available groups by course.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Joining is simple — students only need their name (no login system required).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Helps increase collaboration, accountability, and academic support in difficult courses.</a:t>
            </a:r>
          </a:p>
          <a:p>
            <a:pPr marL="0" indent="0">
              <a:buNone/>
            </a:pPr>
            <a:endParaRPr lang="en-US" sz="2200" dirty="0"/>
          </a:p>
          <a:p>
            <a:pPr>
              <a:buNone/>
            </a:pPr>
            <a:r>
              <a:rPr lang="en-US" sz="2200" b="1" dirty="0"/>
              <a:t>Core Actions Students Can Perform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Browse all study groups across majors.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Filter groups by course (ex: </a:t>
            </a:r>
            <a:r>
              <a:rPr lang="en-US" sz="1900" i="1" dirty="0"/>
              <a:t>CMPS 480</a:t>
            </a:r>
            <a:r>
              <a:rPr lang="en-US" sz="1900" dirty="0"/>
              <a:t>).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View group details (course, title, member count).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Join a group with their name → automatically tracked in the backend.</a:t>
            </a:r>
          </a:p>
          <a:p>
            <a:endParaRPr lang="en-US" sz="1800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96283B75-D6A0-59E9-5612-56CF6EBB2EE8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189629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UC-1: Join a Study Group (Mariah)</a:t>
            </a:r>
          </a:p>
        </p:txBody>
      </p:sp>
    </p:spTree>
    <p:extLst>
      <p:ext uri="{BB962C8B-B14F-4D97-AF65-F5344CB8AC3E}">
        <p14:creationId xmlns:p14="http://schemas.microsoft.com/office/powerpoint/2010/main" val="406172343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1AC378F-D42E-D5C3-86D4-53473DCDEE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F8760B2B-D411-6F04-ED27-3204A78E3F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48E53C0-DD05-7175-5BA1-E9091B4888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A686D5D8-E788-DE8B-B1E0-FE1DDC9565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60BB579C-5295-4FEA-1942-6B617C3D3F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F6AA82C-65B8-82C2-3047-8496D89E7DA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87E8F3D-9B12-F5A8-88CC-CE377CB1BE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0F1B370-CCB4-3C7B-5275-7EC58078BC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97427E7-A681-FBEC-5DDB-0F7A81F74AD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4D0A46A-6E8E-8C47-FA5F-C30E203A71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5348054-5206-6726-C990-6C630A5180E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7163814-09DB-4D11-83B4-9CE4A353BA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DF91A90-C738-A630-F062-033182B689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BBFBB720-957E-4BC9-6388-54EF35A8712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11455" y="342879"/>
            <a:ext cx="7918803" cy="891729"/>
          </a:xfrm>
        </p:spPr>
        <p:txBody>
          <a:bodyPr anchor="t">
            <a:normAutofit/>
          </a:bodyPr>
          <a:lstStyle/>
          <a:p>
            <a:r>
              <a:rPr lang="en-US" sz="4800" b="1" dirty="0">
                <a:solidFill>
                  <a:schemeClr val="bg1"/>
                </a:solidFill>
              </a:rPr>
              <a:t>Technical Overview</a:t>
            </a: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9AA1437D-8596-804B-351A-690963E67160}"/>
              </a:ext>
            </a:extLst>
          </p:cNvPr>
          <p:cNvSpPr txBox="1">
            <a:spLocks/>
          </p:cNvSpPr>
          <p:nvPr/>
        </p:nvSpPr>
        <p:spPr>
          <a:xfrm>
            <a:off x="4362283" y="1309204"/>
            <a:ext cx="4632963" cy="561202"/>
          </a:xfrm>
          <a:prstGeom prst="rect">
            <a:avLst/>
          </a:prstGeom>
        </p:spPr>
        <p:txBody>
          <a:bodyPr vert="horz" lIns="91440" tIns="45720" rIns="91440" bIns="45720" rtlCol="0" anchor="t">
            <a:normAutofit lnSpcReduction="10000"/>
          </a:bodyPr>
          <a:lstStyle>
            <a:lvl1pPr marL="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>
                <a:solidFill>
                  <a:schemeClr val="bg1"/>
                </a:solidFill>
              </a:rPr>
              <a:t>Frontend + Backend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0E20FF3-B0BA-8158-C0F3-6747E2B226EE}"/>
              </a:ext>
            </a:extLst>
          </p:cNvPr>
          <p:cNvSpPr txBox="1">
            <a:spLocks/>
          </p:cNvSpPr>
          <p:nvPr/>
        </p:nvSpPr>
        <p:spPr>
          <a:xfrm>
            <a:off x="106300" y="1249389"/>
            <a:ext cx="4341548" cy="59185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>
                <a:solidFill>
                  <a:schemeClr val="bg1"/>
                </a:solidFill>
              </a:rPr>
              <a:t>Database</a:t>
            </a:r>
            <a:endParaRPr lang="en-US" sz="3600" b="1" dirty="0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031F55E-3901-EECD-41A3-0EF8D08308D4}"/>
              </a:ext>
            </a:extLst>
          </p:cNvPr>
          <p:cNvSpPr txBox="1"/>
          <p:nvPr/>
        </p:nvSpPr>
        <p:spPr>
          <a:xfrm>
            <a:off x="106300" y="1894906"/>
            <a:ext cx="4170418" cy="4154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b="1" dirty="0">
                <a:solidFill>
                  <a:schemeClr val="bg1"/>
                </a:solidFill>
              </a:rPr>
              <a:t>Database Tables Used:</a:t>
            </a:r>
          </a:p>
          <a:p>
            <a:pPr>
              <a:buNone/>
            </a:pPr>
            <a:endParaRPr lang="en-US" b="1" dirty="0">
              <a:solidFill>
                <a:schemeClr val="bg1"/>
              </a:solidFill>
            </a:endParaRPr>
          </a:p>
          <a:p>
            <a:r>
              <a:rPr lang="en-US" b="1" dirty="0" err="1">
                <a:solidFill>
                  <a:schemeClr val="bg1"/>
                </a:solidFill>
              </a:rPr>
              <a:t>StudyGroup</a:t>
            </a:r>
            <a:endParaRPr lang="en-US" b="1" dirty="0">
              <a:solidFill>
                <a:schemeClr val="bg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chemeClr val="bg1"/>
                </a:solidFill>
              </a:rPr>
              <a:t>GroupID</a:t>
            </a:r>
            <a:r>
              <a:rPr lang="en-US" sz="1600" dirty="0">
                <a:solidFill>
                  <a:schemeClr val="bg1"/>
                </a:solidFill>
              </a:rPr>
              <a:t> (PK)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GroupName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CourseName</a:t>
            </a:r>
          </a:p>
          <a:p>
            <a:endParaRPr lang="en-US" sz="14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User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Created if student joins and does not already exist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Auto-generates FirstName, LastName, and @pointpark.edu email</a:t>
            </a:r>
          </a:p>
          <a:p>
            <a:pPr lvl="1"/>
            <a:endParaRPr lang="en-US" sz="16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UserGroup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Connects users to study groups (membership table)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E9156E7-2D60-CB76-5F17-90F217B55998}"/>
              </a:ext>
            </a:extLst>
          </p:cNvPr>
          <p:cNvSpPr txBox="1"/>
          <p:nvPr/>
        </p:nvSpPr>
        <p:spPr>
          <a:xfrm>
            <a:off x="4551860" y="1838565"/>
            <a:ext cx="4554676" cy="48320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Backend Endpoints :</a:t>
            </a:r>
          </a:p>
          <a:p>
            <a:r>
              <a:rPr lang="en-US" sz="1600" b="1" dirty="0">
                <a:solidFill>
                  <a:schemeClr val="bg1"/>
                </a:solidFill>
              </a:rPr>
              <a:t>GET /api/study-groups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Returns all existing groups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Optional filter: ?course=CMPS 480</a:t>
            </a:r>
          </a:p>
          <a:p>
            <a:r>
              <a:rPr lang="en-US" sz="1600" b="1" dirty="0">
                <a:solidFill>
                  <a:schemeClr val="bg1"/>
                </a:solidFill>
              </a:rPr>
              <a:t>POST /api/study-groups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Creates a new study group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Stores GroupName + CourseName in database</a:t>
            </a:r>
          </a:p>
          <a:p>
            <a:r>
              <a:rPr lang="en-US" sz="1600" b="1" dirty="0">
                <a:solidFill>
                  <a:schemeClr val="bg1"/>
                </a:solidFill>
              </a:rPr>
              <a:t>POST /api/study-groups/:id/join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Inserts user → User table (if not already present)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Inserts membership row → UserGroup</a:t>
            </a:r>
          </a:p>
          <a:p>
            <a:endParaRPr lang="en-US" sz="16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Frontend Logic 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Loads all groups on page load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Updates dropdowns dynamically based on selected course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When joining: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en-US" sz="1600" dirty="0">
                <a:solidFill>
                  <a:schemeClr val="bg1"/>
                </a:solidFill>
              </a:rPr>
              <a:t>Validates username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en-US" sz="1600" dirty="0">
                <a:solidFill>
                  <a:schemeClr val="bg1"/>
                </a:solidFill>
              </a:rPr>
              <a:t>Sends join request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en-US" sz="1600" dirty="0">
                <a:solidFill>
                  <a:schemeClr val="bg1"/>
                </a:solidFill>
              </a:rPr>
              <a:t>Displays success or error states in the UI</a:t>
            </a:r>
          </a:p>
        </p:txBody>
      </p:sp>
    </p:spTree>
    <p:extLst>
      <p:ext uri="{BB962C8B-B14F-4D97-AF65-F5344CB8AC3E}">
        <p14:creationId xmlns:p14="http://schemas.microsoft.com/office/powerpoint/2010/main" val="3025960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4C887D3-B126-111F-9237-585505842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6FD374F0-0B06-9732-A40D-845D9ECEA4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5ADD840B-D7B8-B286-F9A9-C8F8222972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60E4BA8-A659-5D96-814C-37DB0B169A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B474C46-3AE4-4BAB-1686-A9E2181DBC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B375652B-B068-317D-81AE-11B5BF3C2C1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FEBB5F1-FC43-DCDD-4C3E-A840F32687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B20C925-6E75-3EC8-4E94-579CEAA9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FCF522A-1483-4D9B-A08B-81094FA429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49387DC-2C05-A3D2-719A-DABE277795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B28B025-4E10-F692-578C-33AB6EAC71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C127898-412E-E859-31E7-D59FB47808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6A9A4D9-507B-F48F-3D71-00B2C1D55B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120AE24-CD0C-BAF4-1631-44BFB316E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07805C3-54E4-3646-2BC6-F0FD2C428F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B970FFB-ACD2-9D8F-592A-5FD7B9F12CA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5527" y="557785"/>
            <a:ext cx="4349601" cy="5541264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2000" b="1" dirty="0"/>
              <a:t>Features We Could Add Later</a:t>
            </a:r>
          </a:p>
          <a:p>
            <a:r>
              <a:rPr lang="en-US" sz="1800" dirty="0"/>
              <a:t>Group chat or discussion thread</a:t>
            </a:r>
          </a:p>
          <a:p>
            <a:r>
              <a:rPr lang="en-US" sz="1800" dirty="0"/>
              <a:t>Ability to mark groups as </a:t>
            </a:r>
            <a:r>
              <a:rPr lang="en-US" sz="1800" i="1" dirty="0"/>
              <a:t>full</a:t>
            </a:r>
            <a:r>
              <a:rPr lang="en-US" sz="1800" dirty="0"/>
              <a:t>, </a:t>
            </a:r>
            <a:r>
              <a:rPr lang="en-US" sz="1800" i="1" dirty="0"/>
              <a:t>closed</a:t>
            </a:r>
            <a:r>
              <a:rPr lang="en-US" sz="1800" dirty="0"/>
              <a:t>, or </a:t>
            </a:r>
            <a:r>
              <a:rPr lang="en-US" sz="1800" i="1" dirty="0"/>
              <a:t>private</a:t>
            </a:r>
            <a:endParaRPr lang="en-US" sz="1800" dirty="0"/>
          </a:p>
          <a:p>
            <a:r>
              <a:rPr lang="en-US" sz="1800" dirty="0"/>
              <a:t>Group leader role for managing membership</a:t>
            </a:r>
          </a:p>
          <a:p>
            <a:r>
              <a:rPr lang="en-US" sz="1800" dirty="0"/>
              <a:t>Ability to share files inside each study group</a:t>
            </a:r>
          </a:p>
          <a:p>
            <a:pPr marL="0" indent="0">
              <a:buNone/>
            </a:pPr>
            <a:endParaRPr lang="en-US" sz="2000" dirty="0"/>
          </a:p>
          <a:p>
            <a:pPr marL="0" indent="0">
              <a:buNone/>
            </a:pPr>
            <a:r>
              <a:rPr lang="en-US" sz="2000" b="1" dirty="0"/>
              <a:t>Why These Were Not Implemented Now</a:t>
            </a:r>
          </a:p>
          <a:p>
            <a:r>
              <a:rPr lang="en-US" sz="1800" dirty="0"/>
              <a:t>Time constraints</a:t>
            </a:r>
          </a:p>
          <a:p>
            <a:r>
              <a:rPr lang="en-US" sz="1800" dirty="0"/>
              <a:t>Need for additional database tables</a:t>
            </a:r>
          </a:p>
          <a:p>
            <a:endParaRPr lang="en-US" sz="1800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E1CC621-AF55-451E-7C49-2D999A838AB8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543300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Future Enhancements for UC-1</a:t>
            </a:r>
          </a:p>
        </p:txBody>
      </p:sp>
    </p:spTree>
    <p:extLst>
      <p:ext uri="{BB962C8B-B14F-4D97-AF65-F5344CB8AC3E}">
        <p14:creationId xmlns:p14="http://schemas.microsoft.com/office/powerpoint/2010/main" val="42045730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3C847AB-0FC9-D315-3DA1-CCA2F0CF3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D47DC6A6-5777-3F23-41FF-BF54B3B1E8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5696BC5-E733-C2CF-89AE-0B495BB140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80A04AB0-CA6A-127B-7A66-18F3CC3C3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8F0D368B-5AEA-36B0-9140-AA1264DFAAD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9CE093C-38E1-7F34-496D-2400CADBAE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3EA360C-E3F1-B677-DC3B-F31A7A9E24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736DCA3-4903-3845-74AE-68C4A04017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412CE81-CE4D-2D9A-695A-294A0F8A5A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920C5BE-3BEB-1760-C7FF-3EDA41317A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3CD06BE-15CB-36AE-81C2-E114E1968D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D016D54-EC68-B15A-5165-08A89000A7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90C33B-9D3F-1A77-7F9E-814A111702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159D0B62-A8E4-7BE2-4788-92539CCFDBC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04219" y="2880172"/>
            <a:ext cx="7918803" cy="1102242"/>
          </a:xfrm>
        </p:spPr>
        <p:txBody>
          <a:bodyPr anchor="t">
            <a:normAutofit/>
          </a:bodyPr>
          <a:lstStyle/>
          <a:p>
            <a:r>
              <a:rPr lang="en-US" sz="6600" b="1">
                <a:solidFill>
                  <a:schemeClr val="bg1"/>
                </a:solidFill>
              </a:rPr>
              <a:t>Live Demo</a:t>
            </a:r>
          </a:p>
        </p:txBody>
      </p:sp>
    </p:spTree>
    <p:extLst>
      <p:ext uri="{BB962C8B-B14F-4D97-AF65-F5344CB8AC3E}">
        <p14:creationId xmlns:p14="http://schemas.microsoft.com/office/powerpoint/2010/main" val="40662317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458D5E5-4020-F8B9-33FF-59E4241247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AACEDC47-FDC9-C26E-8371-038D5820068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FB6A9BB8-34F7-42FB-7932-3C08DF1AEE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DDDBA9A-2226-6D40-2A94-67436F8A3F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E5A44AC-BD9B-E0F8-30C3-CC648923E0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220D7CC1-30A6-4F57-94E9-B466D59DBB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6C7F9B2-585F-8672-1D7B-07F37E31D4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7A7BA70-DEBF-9F7B-BC6D-0B36D959A7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D40AC9E-BBB2-CC87-1B6E-7FA169451C6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E3E8B7-A374-EF84-58D9-0A675439C1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983DF58-3C93-3EC4-18A1-7BA3FAB113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090ADE9-FE79-3412-3836-75EB7AC986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762CEF6-EFF1-E802-F93C-0F0D5D89980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9765F2E-AAC1-349F-5777-C565D433CB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0F8B219-3A06-3164-FEDD-A8F2A5BA72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A616A5-4449-0BB4-5BB7-D136D7E68A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5527" y="758951"/>
            <a:ext cx="4076237" cy="5340097"/>
          </a:xfrm>
        </p:spPr>
        <p:txBody>
          <a:bodyPr anchor="ctr">
            <a:normAutofit/>
          </a:bodyPr>
          <a:lstStyle/>
          <a:p>
            <a:r>
              <a:rPr lang="en-US" sz="1800">
                <a:latin typeface="Aptos"/>
              </a:rPr>
              <a:t>Dedicated space where students can ask academic questions</a:t>
            </a:r>
            <a:endParaRPr lang="en-US" sz="1800">
              <a:ea typeface="Calibri"/>
              <a:cs typeface="Calibri"/>
            </a:endParaRPr>
          </a:p>
          <a:p>
            <a:r>
              <a:rPr lang="en-US" sz="1800">
                <a:latin typeface="Aptos"/>
              </a:rPr>
              <a:t> Allows users to browse questions submitted by others</a:t>
            </a:r>
            <a:endParaRPr lang="en-US"/>
          </a:p>
          <a:p>
            <a:r>
              <a:rPr lang="en-US" sz="1800">
                <a:latin typeface="Aptos"/>
              </a:rPr>
              <a:t>Organized structure for easy reading and efficient help</a:t>
            </a:r>
            <a:endParaRPr lang="en-US"/>
          </a:p>
          <a:p>
            <a:r>
              <a:rPr lang="en-US" sz="1800">
                <a:latin typeface="Aptos"/>
              </a:rPr>
              <a:t>Supports quick access to information without unnecessary steps</a:t>
            </a:r>
            <a:endParaRPr lang="en-US"/>
          </a:p>
          <a:p>
            <a:r>
              <a:rPr lang="en-US" sz="1800">
                <a:latin typeface="Aptos"/>
              </a:rPr>
              <a:t>Built to help students save time by finding answers fast</a:t>
            </a:r>
            <a:endParaRPr lang="en-US"/>
          </a:p>
          <a:p>
            <a:r>
              <a:rPr lang="en-US" sz="1800">
                <a:latin typeface="Aptos"/>
              </a:rPr>
              <a:t>Aligns with student interview feedback about needing simple, direct tools</a:t>
            </a:r>
            <a:endParaRPr lang="en-US"/>
          </a:p>
          <a:p>
            <a:endParaRPr lang="en-US" sz="1800" dirty="0">
              <a:ea typeface="Calibri"/>
              <a:cs typeface="Calibri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53666BE-A210-AD45-3B21-9757EE591D4C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189629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>
                <a:solidFill>
                  <a:schemeClr val="bg1"/>
                </a:solidFill>
              </a:rPr>
              <a:t>UC-2: Post a Question &amp; Accept an Answer (Ethan)</a:t>
            </a:r>
          </a:p>
        </p:txBody>
      </p:sp>
    </p:spTree>
    <p:extLst>
      <p:ext uri="{BB962C8B-B14F-4D97-AF65-F5344CB8AC3E}">
        <p14:creationId xmlns:p14="http://schemas.microsoft.com/office/powerpoint/2010/main" val="121106839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6EBFA47-13B6-EF58-D6CD-203517CA5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2161E95-E9DD-1ACB-64F3-12CA572F68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AF5A20E-98C7-5AEE-C10A-ED318A13C7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D9F30F01-FC92-9ADE-692A-860B78A7B2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DA12555F-7E6C-AC74-5724-8087BE1A6F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35E0C22-AF9B-1BDA-C8BF-FCA0806ABE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FF7B846-BC33-57C1-B7BB-6CD477714F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CCA3E3F-81E8-8F50-7D78-BE2E559873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7B6FA22-3B57-C37B-C9A1-2B1D33B017E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6E26331-C71C-4A44-FA3E-B651A6EF71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5CABC13-408F-2853-E31E-616AE87B4F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839677B-5571-B429-A3AB-4073F453BE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AFA0D55-4C8D-38F6-183A-18A60162BA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F59C43F3-A435-EA0C-AB9E-B05C3499B1D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04219" y="2880172"/>
            <a:ext cx="7918803" cy="1102242"/>
          </a:xfrm>
        </p:spPr>
        <p:txBody>
          <a:bodyPr anchor="t">
            <a:normAutofit/>
          </a:bodyPr>
          <a:lstStyle/>
          <a:p>
            <a:r>
              <a:rPr lang="en-US" sz="6600" b="1">
                <a:solidFill>
                  <a:schemeClr val="bg1"/>
                </a:solidFill>
              </a:rPr>
              <a:t>Live Demo</a:t>
            </a:r>
          </a:p>
        </p:txBody>
      </p:sp>
    </p:spTree>
    <p:extLst>
      <p:ext uri="{BB962C8B-B14F-4D97-AF65-F5344CB8AC3E}">
        <p14:creationId xmlns:p14="http://schemas.microsoft.com/office/powerpoint/2010/main" val="4349454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9734166-B3BF-894E-51C0-31477DD721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D041DACB-78A4-C6D9-210D-3230C5F42D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B1C7DF3-A67E-7276-F85B-A781B11E6E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114EDED-3ADF-D5F4-87C6-BC95687857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4FCA934-77FD-25CC-014B-7314B5D5034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656620C8-225B-D411-4981-007710C841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D34194A-1E7B-5430-46A4-D7E641DACB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E368185-C154-2133-2983-30684E35B1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65F37D4-AD69-B0E1-3643-18BAE04DCC7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99BAA8A-86D2-F007-3AE1-F328C4161F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F1CF7E8-A2C9-FD2B-ABD0-0F8C3A12BF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6503403-3FA6-DD9C-BDB1-E2766F86FD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6F8156D-A058-CD8A-3E39-2E7A7DB892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F12C655-0642-6F78-2A58-B92A2BA4DE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2A95656-3774-6081-8F05-D332904580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DE6B566-04AC-F935-736A-3C6295323E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63621" y="758951"/>
            <a:ext cx="4076237" cy="5340097"/>
          </a:xfrm>
        </p:spPr>
        <p:txBody>
          <a:bodyPr anchor="ctr">
            <a:normAutofit fontScale="92500" lnSpcReduction="10000"/>
          </a:bodyPr>
          <a:lstStyle/>
          <a:p>
            <a:pPr>
              <a:buNone/>
            </a:pPr>
            <a:r>
              <a:rPr lang="en-US" sz="2200" b="1" dirty="0"/>
              <a:t>Why Students Need Resource Sharing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Many students rely on peer-shared materials (notes, videos, review sheets).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Professors don’t always provide enough supplemental learning materials.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Centralizing resources improves learning efficiency and access for all majors.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800" dirty="0"/>
              <a:t>Encourages collaboration and boosts academic engagement.</a:t>
            </a:r>
          </a:p>
          <a:p>
            <a:pPr marL="0" indent="0">
              <a:buNone/>
            </a:pPr>
            <a:endParaRPr lang="en-US" sz="1800" dirty="0"/>
          </a:p>
          <a:p>
            <a:pPr>
              <a:buNone/>
            </a:pPr>
            <a:r>
              <a:rPr lang="en-US" sz="2200" b="1" dirty="0"/>
              <a:t>What Students Can Do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Browse a list of all uploaded resources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Filter by course or search tags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Add their own resource (article, video, PDF, etc.)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900" dirty="0"/>
              <a:t>Upload tracked with their name → added to User table if new student</a:t>
            </a:r>
          </a:p>
          <a:p>
            <a:pPr marL="0" indent="0">
              <a:buNone/>
            </a:pPr>
            <a:endParaRPr lang="en-US" sz="1800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BD112BA-BD57-0D0D-D802-80FADCD7C4B8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189629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dirty="0">
                <a:solidFill>
                  <a:schemeClr val="bg1"/>
                </a:solidFill>
              </a:rPr>
              <a:t>UC-3: Upload &amp; Tag a Resource (Mariah)</a:t>
            </a:r>
          </a:p>
        </p:txBody>
      </p:sp>
    </p:spTree>
    <p:extLst>
      <p:ext uri="{BB962C8B-B14F-4D97-AF65-F5344CB8AC3E}">
        <p14:creationId xmlns:p14="http://schemas.microsoft.com/office/powerpoint/2010/main" val="28692578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797A5CD-97FB-9F34-9D2D-727D4473C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344ABE57-1C18-B138-FF4B-3A707FD9376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6E374D3-5E52-645B-51F7-0A22732CA1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5E7F42E-B9E8-3B2D-19B4-991CC7E69A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67FCC0BC-2396-3775-708D-43E4E0774F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CE1324A-A636-FC27-7943-72BE6D4D93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9587498-6219-956C-7DA6-F3971C7B8E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FEA5826-E703-CC64-4473-7E7F4D8890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293770E-2498-8305-258B-CAEB2B306E1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5DB034E-791A-CCDA-7C60-8D7ADFCB07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7D982CD-C6DB-72A4-8B6F-781C731EA7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A0C06DB-5824-C14C-6273-A674E64DF4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A38230F-E14A-EA15-4B04-C4A79B0AD5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3C91D1D0-B2DB-2046-CCD7-8E71185FB85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11455" y="342879"/>
            <a:ext cx="7918803" cy="891729"/>
          </a:xfrm>
        </p:spPr>
        <p:txBody>
          <a:bodyPr anchor="t">
            <a:normAutofit/>
          </a:bodyPr>
          <a:lstStyle/>
          <a:p>
            <a:r>
              <a:rPr lang="en-US" sz="4800" b="1" dirty="0">
                <a:solidFill>
                  <a:schemeClr val="bg1"/>
                </a:solidFill>
              </a:rPr>
              <a:t>Technical Overview</a:t>
            </a: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8314141C-F483-7186-13E6-A9B471510EFD}"/>
              </a:ext>
            </a:extLst>
          </p:cNvPr>
          <p:cNvSpPr txBox="1">
            <a:spLocks/>
          </p:cNvSpPr>
          <p:nvPr/>
        </p:nvSpPr>
        <p:spPr>
          <a:xfrm>
            <a:off x="4362283" y="1309204"/>
            <a:ext cx="4632963" cy="561202"/>
          </a:xfrm>
          <a:prstGeom prst="rect">
            <a:avLst/>
          </a:prstGeom>
        </p:spPr>
        <p:txBody>
          <a:bodyPr vert="horz" lIns="91440" tIns="45720" rIns="91440" bIns="45720" rtlCol="0" anchor="t">
            <a:normAutofit lnSpcReduction="10000"/>
          </a:bodyPr>
          <a:lstStyle>
            <a:lvl1pPr marL="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>
                <a:solidFill>
                  <a:schemeClr val="bg1"/>
                </a:solidFill>
              </a:rPr>
              <a:t>Frontend + Backend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64A0C6CC-BF66-B485-16E0-2494E00FEA3B}"/>
              </a:ext>
            </a:extLst>
          </p:cNvPr>
          <p:cNvSpPr txBox="1">
            <a:spLocks/>
          </p:cNvSpPr>
          <p:nvPr/>
        </p:nvSpPr>
        <p:spPr>
          <a:xfrm>
            <a:off x="106300" y="1249389"/>
            <a:ext cx="4341548" cy="59185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457200" rtl="0" eaLnBrk="1" latinLnBrk="0" hangingPunct="1">
              <a:spcBef>
                <a:spcPct val="20000"/>
              </a:spcBef>
              <a:buFont typeface="Arial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>
                <a:solidFill>
                  <a:schemeClr val="bg1"/>
                </a:solidFill>
              </a:rPr>
              <a:t>Database</a:t>
            </a:r>
            <a:endParaRPr lang="en-US" sz="3600" b="1" dirty="0">
              <a:solidFill>
                <a:schemeClr val="bg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4AFF3F3-A2D3-82D1-4F04-8A4AC271D1C3}"/>
              </a:ext>
            </a:extLst>
          </p:cNvPr>
          <p:cNvSpPr txBox="1"/>
          <p:nvPr/>
        </p:nvSpPr>
        <p:spPr>
          <a:xfrm>
            <a:off x="106300" y="1894906"/>
            <a:ext cx="4170418" cy="48628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1600" b="1" dirty="0">
                <a:solidFill>
                  <a:schemeClr val="bg1"/>
                </a:solidFill>
              </a:rPr>
              <a:t>Database Tables Used:</a:t>
            </a:r>
          </a:p>
          <a:p>
            <a:pPr>
              <a:buNone/>
            </a:pPr>
            <a:endParaRPr lang="en-US" sz="1600" b="1" dirty="0">
              <a:solidFill>
                <a:schemeClr val="bg1"/>
              </a:solidFill>
            </a:endParaRPr>
          </a:p>
          <a:p>
            <a:r>
              <a:rPr lang="en-US" sz="1600" b="1" dirty="0" err="1">
                <a:solidFill>
                  <a:schemeClr val="bg1"/>
                </a:solidFill>
              </a:rPr>
              <a:t>StudyMaterial</a:t>
            </a:r>
            <a:endParaRPr lang="en-US" sz="1600" dirty="0">
              <a:solidFill>
                <a:schemeClr val="bg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 err="1">
                <a:solidFill>
                  <a:schemeClr val="bg1"/>
                </a:solidFill>
              </a:rPr>
              <a:t>MaterialID</a:t>
            </a:r>
            <a:r>
              <a:rPr lang="en-US" sz="1400" dirty="0">
                <a:solidFill>
                  <a:schemeClr val="bg1"/>
                </a:solidFill>
              </a:rPr>
              <a:t> (PK)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1"/>
                </a:solidFill>
              </a:rPr>
              <a:t>Title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bg1"/>
                </a:solidFill>
              </a:rPr>
              <a:t>Tags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 err="1">
                <a:solidFill>
                  <a:schemeClr val="bg1"/>
                </a:solidFill>
              </a:rPr>
              <a:t>FilePath</a:t>
            </a:r>
            <a:r>
              <a:rPr lang="en-US" sz="1400" dirty="0">
                <a:solidFill>
                  <a:schemeClr val="bg1"/>
                </a:solidFill>
              </a:rPr>
              <a:t> (URL or local path)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 err="1">
                <a:solidFill>
                  <a:schemeClr val="bg1"/>
                </a:solidFill>
              </a:rPr>
              <a:t>UploadedBy</a:t>
            </a:r>
            <a:r>
              <a:rPr lang="en-US" sz="1400" dirty="0">
                <a:solidFill>
                  <a:schemeClr val="bg1"/>
                </a:solidFill>
              </a:rPr>
              <a:t> (FK to </a:t>
            </a:r>
            <a:r>
              <a:rPr lang="en-US" sz="1400" dirty="0" err="1">
                <a:solidFill>
                  <a:schemeClr val="bg1"/>
                </a:solidFill>
              </a:rPr>
              <a:t>UserID</a:t>
            </a:r>
            <a:r>
              <a:rPr lang="en-US" sz="1400" dirty="0">
                <a:solidFill>
                  <a:schemeClr val="bg1"/>
                </a:solidFill>
              </a:rPr>
              <a:t>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 err="1">
                <a:solidFill>
                  <a:schemeClr val="bg1"/>
                </a:solidFill>
              </a:rPr>
              <a:t>CourseID</a:t>
            </a:r>
            <a:r>
              <a:rPr lang="en-US" sz="1400" dirty="0">
                <a:solidFill>
                  <a:schemeClr val="bg1"/>
                </a:solidFill>
              </a:rPr>
              <a:t> (FK to Course table)</a:t>
            </a:r>
          </a:p>
          <a:p>
            <a:endParaRPr lang="en-US" sz="14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User</a:t>
            </a:r>
            <a:endParaRPr lang="en-US" dirty="0">
              <a:solidFill>
                <a:schemeClr val="bg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Auto-created on upload if student not already in database</a:t>
            </a:r>
          </a:p>
          <a:p>
            <a:endParaRPr lang="en-US" sz="16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Course</a:t>
            </a:r>
            <a:endParaRPr lang="en-US" dirty="0">
              <a:solidFill>
                <a:schemeClr val="bg1"/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Contains all Point Park majors + course listings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Used for filtering / linking resources to specific courses</a:t>
            </a:r>
          </a:p>
          <a:p>
            <a:pPr>
              <a:buNone/>
            </a:pPr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3505E23-D598-67F0-5BF3-3EE7A7562B47}"/>
              </a:ext>
            </a:extLst>
          </p:cNvPr>
          <p:cNvSpPr txBox="1"/>
          <p:nvPr/>
        </p:nvSpPr>
        <p:spPr>
          <a:xfrm>
            <a:off x="4551860" y="1838565"/>
            <a:ext cx="4554676" cy="43396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Backend Endpoints :</a:t>
            </a:r>
          </a:p>
          <a:p>
            <a:r>
              <a:rPr lang="en-US" sz="1600" b="1" dirty="0">
                <a:solidFill>
                  <a:schemeClr val="bg1"/>
                </a:solidFill>
              </a:rPr>
              <a:t>GET /api/resources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Returns all study materials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Supports course and text search filters</a:t>
            </a:r>
          </a:p>
          <a:p>
            <a:r>
              <a:rPr lang="en-US" sz="1600" b="1" dirty="0">
                <a:solidFill>
                  <a:schemeClr val="bg1"/>
                </a:solidFill>
              </a:rPr>
              <a:t>POST /api/resources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Creates new resource record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Inserts user if not found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Validates tag formatting</a:t>
            </a:r>
          </a:p>
          <a:p>
            <a:endParaRPr lang="en-US" sz="1600" dirty="0">
              <a:solidFill>
                <a:schemeClr val="bg1"/>
              </a:solidFill>
            </a:endParaRPr>
          </a:p>
          <a:p>
            <a:r>
              <a:rPr lang="en-US" b="1" dirty="0">
                <a:solidFill>
                  <a:schemeClr val="bg1"/>
                </a:solidFill>
              </a:rPr>
              <a:t>Frontend Logic 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Loads all resources on page load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>
                <a:solidFill>
                  <a:schemeClr val="bg1"/>
                </a:solidFill>
              </a:rPr>
              <a:t>Updates displayed list based on: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Course filter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Keyword search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>
                <a:solidFill>
                  <a:schemeClr val="bg1"/>
                </a:solidFill>
              </a:rPr>
              <a:t>Upload form: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Validates required fields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/>
                </a:solidFill>
              </a:rPr>
              <a:t>Sends data to backend</a:t>
            </a:r>
          </a:p>
        </p:txBody>
      </p:sp>
    </p:spTree>
    <p:extLst>
      <p:ext uri="{BB962C8B-B14F-4D97-AF65-F5344CB8AC3E}">
        <p14:creationId xmlns:p14="http://schemas.microsoft.com/office/powerpoint/2010/main" val="31418564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B081175-CCC1-809B-6750-4C2D414776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FF60205B-A401-1490-CEA8-DF4CD633DC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F8531860-F8F4-401B-14B5-FD399AA311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A4DD0EE-1439-01C7-8FAB-8787C5A66D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4A1141D9-BB7F-8799-E79D-7CDC0740CA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179F8B3-2E1B-D11A-DE22-386492BA69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D5E83EA-56A5-DFAD-4801-B5BAD32BFE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4EDF0DB-F24A-3F0C-FD2D-E978212094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0BF2B55-9402-ECEB-135B-D452F66DC3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C241F33-722F-3E19-0266-01C32F54C2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050AF5C-54A5-4D33-F774-3C4AF1886F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DD00AF7-D59D-1ACE-93FB-384FBF24A2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DBF4707-8F21-03D1-8D1E-FE6801B6DF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4761212-E1F0-D914-0D0E-38C6E7DA1C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C5B7E5-15D7-B8B0-43CD-0AEE4A21CC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864AE9-29F6-7F04-5E62-A82B7E02D38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75527" y="557785"/>
            <a:ext cx="4349601" cy="5541264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2000" b="1" dirty="0"/>
              <a:t>Features We Could Add Later</a:t>
            </a:r>
          </a:p>
          <a:p>
            <a:r>
              <a:rPr lang="en-US" sz="1800" dirty="0"/>
              <a:t>File upload instead of only URLs</a:t>
            </a:r>
          </a:p>
          <a:p>
            <a:r>
              <a:rPr lang="en-US" sz="1800" dirty="0"/>
              <a:t>Upvote / “most helpful resource” ranking</a:t>
            </a:r>
          </a:p>
          <a:p>
            <a:r>
              <a:rPr lang="en-US" sz="1800" dirty="0"/>
              <a:t>Sort by recent, popular, course relevance</a:t>
            </a:r>
          </a:p>
          <a:p>
            <a:r>
              <a:rPr lang="en-US" sz="1800" dirty="0"/>
              <a:t>Faculty-verified resources</a:t>
            </a:r>
          </a:p>
          <a:p>
            <a:r>
              <a:rPr lang="en-US" sz="1800" dirty="0"/>
              <a:t>Comments or discussions under each resource</a:t>
            </a:r>
          </a:p>
          <a:p>
            <a:r>
              <a:rPr lang="en-US" sz="1800" dirty="0"/>
              <a:t>Bookmarking or “save for later”</a:t>
            </a:r>
          </a:p>
          <a:p>
            <a:pPr marL="0" indent="0">
              <a:buNone/>
            </a:pPr>
            <a:endParaRPr lang="en-US" sz="2000" dirty="0"/>
          </a:p>
          <a:p>
            <a:pPr marL="0" indent="0">
              <a:buNone/>
            </a:pPr>
            <a:r>
              <a:rPr lang="en-US" sz="2000" b="1" dirty="0"/>
              <a:t>Why These Were Not Implemented</a:t>
            </a:r>
          </a:p>
          <a:p>
            <a:r>
              <a:rPr lang="en-US" sz="1800"/>
              <a:t>Requires </a:t>
            </a:r>
            <a:r>
              <a:rPr lang="en-US" sz="1800" dirty="0"/>
              <a:t>secure file handling or authentication systems</a:t>
            </a:r>
          </a:p>
          <a:p>
            <a:r>
              <a:rPr lang="en-US" sz="1800" dirty="0"/>
              <a:t>Would require more complex database schema</a:t>
            </a:r>
          </a:p>
          <a:p>
            <a:endParaRPr lang="en-US" sz="1800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10606EB7-874F-FA92-A3F9-917ABB4CD773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543300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 b="1" dirty="0">
                <a:solidFill>
                  <a:schemeClr val="bg1"/>
                </a:solidFill>
              </a:rPr>
              <a:t>Future Enhancements for UC-3</a:t>
            </a:r>
          </a:p>
        </p:txBody>
      </p:sp>
    </p:spTree>
    <p:extLst>
      <p:ext uri="{BB962C8B-B14F-4D97-AF65-F5344CB8AC3E}">
        <p14:creationId xmlns:p14="http://schemas.microsoft.com/office/powerpoint/2010/main" val="131924438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C7A125-CB6C-E5A5-0D5F-B7AFD659E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D7C6075E-A8E7-E35E-316B-17C2731836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9539F11-5B62-9B9E-EA1A-CE524530C4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9182CEEF-676D-D17E-C220-041E5A79A8E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85A343D-D53E-8235-042C-44BE828010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60EC9F62-89D7-E631-1D71-2B049403B3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F9E4BA5-43BA-D123-7580-949094019F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8D6996A-F899-67C2-23B1-35D61E50B8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2D404F1-A5A6-F88B-0385-46C74A702A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E0E880C-30B3-9997-5D67-8B0D912A94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00487E7-258B-214C-7713-43849B3714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070643B-98B1-3B47-5E7C-EC5BB9354A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255022B-0773-D562-E777-AD60F8C595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A023FB70-5964-6FE7-AE08-3BAFBCCDFDD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04219" y="2880172"/>
            <a:ext cx="7918803" cy="1102242"/>
          </a:xfrm>
        </p:spPr>
        <p:txBody>
          <a:bodyPr anchor="t">
            <a:normAutofit/>
          </a:bodyPr>
          <a:lstStyle/>
          <a:p>
            <a:r>
              <a:rPr lang="en-US" sz="6600" b="1">
                <a:solidFill>
                  <a:schemeClr val="bg1"/>
                </a:solidFill>
              </a:rPr>
              <a:t>Live Demo</a:t>
            </a:r>
          </a:p>
        </p:txBody>
      </p:sp>
    </p:spTree>
    <p:extLst>
      <p:ext uri="{BB962C8B-B14F-4D97-AF65-F5344CB8AC3E}">
        <p14:creationId xmlns:p14="http://schemas.microsoft.com/office/powerpoint/2010/main" val="46500147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FFC261F-6D50-9CBD-4538-E310003D39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13C41581-CD6F-5F76-4587-5CA216F05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658D53E-CFB2-7767-26D6-F7AE651C25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230EFC5-9AC1-06E1-F67E-019F9DB523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8EAFC1EB-D681-B6C2-6C12-E88D3236CC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E4808FE-2118-2071-9627-242FBF842E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1C0940D-C6B5-AABA-8F5E-99CCCF2245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DDF46F3-C855-E52D-2C25-C6E6E7F504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350477F-4B55-7CE2-EF46-D9FB7ABB7D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205A2EB-D3D2-42EE-1ADB-A14C594016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E2C0C7A-6DD0-6933-2871-772600160A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8EE59AA-814D-705A-1B24-CF65534151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64E0D36-9D55-A6A7-65E0-F590C19EDC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D0FB64E-53C4-BD7A-A6A4-7B6B7F655F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DE266D7-6E70-F416-43DD-F67D4D135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5340097"/>
          </a:xfrm>
        </p:spPr>
        <p:txBody>
          <a:bodyPr anchor="ctr">
            <a:normAutofit/>
          </a:bodyPr>
          <a:lstStyle/>
          <a:p>
            <a:pPr algn="l"/>
            <a:br>
              <a:rPr lang="it-IT" sz="4200">
                <a:solidFill>
                  <a:schemeClr val="bg1"/>
                </a:solidFill>
              </a:rPr>
            </a:br>
            <a:endParaRPr lang="en-US" sz="4200">
              <a:solidFill>
                <a:schemeClr val="bg1"/>
              </a:solidFill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31542A6-7A21-6A55-8446-5E40CE84B0D7}"/>
              </a:ext>
            </a:extLst>
          </p:cNvPr>
          <p:cNvSpPr txBox="1">
            <a:spLocks/>
          </p:cNvSpPr>
          <p:nvPr/>
        </p:nvSpPr>
        <p:spPr>
          <a:xfrm>
            <a:off x="589788" y="841248"/>
            <a:ext cx="3189629" cy="534009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200">
                <a:solidFill>
                  <a:schemeClr val="bg1"/>
                </a:solidFill>
              </a:rPr>
              <a:t>UC-4: Assignment Planner (Brandon)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A5C8C4-9468-EF5E-115C-FE4AEB8DF0D0}"/>
              </a:ext>
            </a:extLst>
          </p:cNvPr>
          <p:cNvSpPr txBox="1"/>
          <p:nvPr/>
        </p:nvSpPr>
        <p:spPr>
          <a:xfrm>
            <a:off x="4567016" y="768991"/>
            <a:ext cx="4556250" cy="58477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100" dirty="0" err="1"/>
              <a:t>app.post</a:t>
            </a:r>
            <a:r>
              <a:rPr lang="en-US" sz="1100" dirty="0"/>
              <a:t>('/api/assignments', async (req, res) =&gt; { </a:t>
            </a:r>
          </a:p>
          <a:p>
            <a:r>
              <a:rPr lang="en-US" sz="1100" dirty="0"/>
              <a:t>  const { email, title, notes, due, priority } = </a:t>
            </a:r>
            <a:r>
              <a:rPr lang="en-US" sz="1100" dirty="0" err="1"/>
              <a:t>req.body</a:t>
            </a:r>
            <a:r>
              <a:rPr lang="en-US" sz="1100" dirty="0"/>
              <a:t> || {};</a:t>
            </a:r>
          </a:p>
          <a:p>
            <a:r>
              <a:rPr lang="en-US" sz="1100" dirty="0"/>
              <a:t>    try {</a:t>
            </a:r>
          </a:p>
          <a:p>
            <a:r>
              <a:rPr lang="en-US" sz="1100" dirty="0"/>
              <a:t>    const [</a:t>
            </a:r>
            <a:r>
              <a:rPr lang="en-US" sz="1100" dirty="0" err="1"/>
              <a:t>userRows</a:t>
            </a:r>
            <a:r>
              <a:rPr lang="en-US" sz="1100" dirty="0"/>
              <a:t>] = await </a:t>
            </a:r>
            <a:r>
              <a:rPr lang="en-US" sz="1100" dirty="0" err="1"/>
              <a:t>pool.query</a:t>
            </a:r>
            <a:r>
              <a:rPr lang="en-US" sz="1100" dirty="0"/>
              <a:t>(</a:t>
            </a:r>
          </a:p>
          <a:p>
            <a:r>
              <a:rPr lang="en-US" sz="1100" dirty="0"/>
              <a:t>      'SELECT </a:t>
            </a:r>
            <a:r>
              <a:rPr lang="en-US" sz="1100" dirty="0" err="1"/>
              <a:t>UserID</a:t>
            </a:r>
            <a:r>
              <a:rPr lang="en-US" sz="1100" dirty="0"/>
              <a:t> FROM User WHERE Email = ? LIMIT 1',</a:t>
            </a:r>
          </a:p>
          <a:p>
            <a:r>
              <a:rPr lang="en-US" sz="1100" dirty="0"/>
              <a:t>      [email]</a:t>
            </a:r>
          </a:p>
          <a:p>
            <a:r>
              <a:rPr lang="en-US" sz="1100" dirty="0"/>
              <a:t>    );</a:t>
            </a:r>
          </a:p>
          <a:p>
            <a:r>
              <a:rPr lang="en-US" sz="1100" dirty="0"/>
              <a:t>    if (</a:t>
            </a:r>
            <a:r>
              <a:rPr lang="en-US" sz="1100" dirty="0" err="1"/>
              <a:t>userRows.length</a:t>
            </a:r>
            <a:r>
              <a:rPr lang="en-US" sz="1100" dirty="0"/>
              <a:t> === 0) {</a:t>
            </a:r>
          </a:p>
          <a:p>
            <a:r>
              <a:rPr lang="en-US" sz="1100" dirty="0"/>
              <a:t>      return </a:t>
            </a:r>
            <a:r>
              <a:rPr lang="en-US" sz="1100" dirty="0" err="1"/>
              <a:t>res.status</a:t>
            </a:r>
            <a:r>
              <a:rPr lang="en-US" sz="1100" dirty="0"/>
              <a:t>(404).</a:t>
            </a:r>
            <a:r>
              <a:rPr lang="en-US" sz="1100" dirty="0" err="1"/>
              <a:t>json</a:t>
            </a:r>
            <a:r>
              <a:rPr lang="en-US" sz="1100" dirty="0"/>
              <a:t>({ error: 'User not found.' });</a:t>
            </a:r>
          </a:p>
          <a:p>
            <a:r>
              <a:rPr lang="en-US" sz="1100" dirty="0"/>
              <a:t>    }</a:t>
            </a:r>
          </a:p>
          <a:p>
            <a:r>
              <a:rPr lang="en-US" sz="1100" dirty="0"/>
              <a:t>    const </a:t>
            </a:r>
            <a:r>
              <a:rPr lang="en-US" sz="1100" dirty="0" err="1"/>
              <a:t>userId</a:t>
            </a:r>
            <a:r>
              <a:rPr lang="en-US" sz="1100" dirty="0"/>
              <a:t> = </a:t>
            </a:r>
            <a:r>
              <a:rPr lang="en-US" sz="1100" dirty="0" err="1"/>
              <a:t>userRows</a:t>
            </a:r>
            <a:r>
              <a:rPr lang="en-US" sz="1100" dirty="0"/>
              <a:t>[0].</a:t>
            </a:r>
            <a:r>
              <a:rPr lang="en-US" sz="1100" dirty="0" err="1"/>
              <a:t>UserID</a:t>
            </a:r>
            <a:r>
              <a:rPr lang="en-US" sz="1100" dirty="0"/>
              <a:t>;</a:t>
            </a:r>
          </a:p>
          <a:p>
            <a:r>
              <a:rPr lang="en-US" sz="1100" dirty="0"/>
              <a:t>      const [result] = await </a:t>
            </a:r>
            <a:r>
              <a:rPr lang="en-US" sz="1100" dirty="0" err="1"/>
              <a:t>pool.query</a:t>
            </a:r>
            <a:r>
              <a:rPr lang="en-US" sz="1100" dirty="0"/>
              <a:t>(</a:t>
            </a:r>
          </a:p>
          <a:p>
            <a:r>
              <a:rPr lang="en-US" sz="1100" dirty="0"/>
              <a:t>      `INSERT INTO Assignment (</a:t>
            </a:r>
            <a:r>
              <a:rPr lang="en-US" sz="1100" dirty="0" err="1"/>
              <a:t>UserID</a:t>
            </a:r>
            <a:r>
              <a:rPr lang="en-US" sz="1100" dirty="0"/>
              <a:t>, Title, Notes, </a:t>
            </a:r>
            <a:r>
              <a:rPr lang="en-US" sz="1100" dirty="0" err="1"/>
              <a:t>DueDate</a:t>
            </a:r>
            <a:r>
              <a:rPr lang="en-US" sz="1100" dirty="0"/>
              <a:t>, Priority)</a:t>
            </a:r>
          </a:p>
          <a:p>
            <a:r>
              <a:rPr lang="en-US" sz="1100" dirty="0"/>
              <a:t>       VALUES (?, ?, ?, ?, ?)`,</a:t>
            </a:r>
          </a:p>
          <a:p>
            <a:r>
              <a:rPr lang="en-US" sz="1100" dirty="0"/>
              <a:t>      [</a:t>
            </a:r>
          </a:p>
          <a:p>
            <a:r>
              <a:rPr lang="en-US" sz="1100" dirty="0"/>
              <a:t>        </a:t>
            </a:r>
            <a:r>
              <a:rPr lang="en-US" sz="1100" dirty="0" err="1"/>
              <a:t>userId</a:t>
            </a:r>
            <a:r>
              <a:rPr lang="en-US" sz="1100" dirty="0"/>
              <a:t>,</a:t>
            </a:r>
          </a:p>
          <a:p>
            <a:r>
              <a:rPr lang="en-US" sz="1100" dirty="0"/>
              <a:t>        title,</a:t>
            </a:r>
          </a:p>
          <a:p>
            <a:r>
              <a:rPr lang="en-US" sz="1100" dirty="0"/>
              <a:t>        notes,</a:t>
            </a:r>
          </a:p>
          <a:p>
            <a:r>
              <a:rPr lang="en-US" sz="1100" dirty="0"/>
              <a:t>        due,</a:t>
            </a:r>
          </a:p>
          <a:p>
            <a:r>
              <a:rPr lang="en-US" sz="1100" dirty="0"/>
              <a:t>        priority</a:t>
            </a:r>
          </a:p>
          <a:p>
            <a:r>
              <a:rPr lang="en-US" sz="1100" dirty="0"/>
              <a:t>      ]</a:t>
            </a:r>
          </a:p>
          <a:p>
            <a:r>
              <a:rPr lang="en-US" sz="1100" dirty="0"/>
              <a:t>    );</a:t>
            </a:r>
          </a:p>
          <a:p>
            <a:r>
              <a:rPr lang="en-US" sz="1100" dirty="0"/>
              <a:t>    const [rows] = await </a:t>
            </a:r>
            <a:r>
              <a:rPr lang="en-US" sz="1100" dirty="0" err="1"/>
              <a:t>pool.query</a:t>
            </a:r>
            <a:r>
              <a:rPr lang="en-US" sz="1100" dirty="0"/>
              <a:t>(</a:t>
            </a:r>
          </a:p>
          <a:p>
            <a:r>
              <a:rPr lang="en-US" sz="1100" dirty="0"/>
              <a:t>      `SELECT</a:t>
            </a:r>
          </a:p>
          <a:p>
            <a:r>
              <a:rPr lang="en-US" sz="1100" dirty="0"/>
              <a:t>         </a:t>
            </a:r>
            <a:r>
              <a:rPr lang="en-US" sz="1100" dirty="0" err="1"/>
              <a:t>AssignmentID</a:t>
            </a:r>
            <a:r>
              <a:rPr lang="en-US" sz="1100" dirty="0"/>
              <a:t> AS id, Title, Notes, </a:t>
            </a:r>
            <a:r>
              <a:rPr lang="en-US" sz="1100" dirty="0" err="1"/>
              <a:t>DueDate</a:t>
            </a:r>
            <a:r>
              <a:rPr lang="en-US" sz="1100" dirty="0"/>
              <a:t> AS 'Due', Priority</a:t>
            </a:r>
          </a:p>
          <a:p>
            <a:r>
              <a:rPr lang="en-US" sz="1100" dirty="0"/>
              <a:t>       FROM Assignment</a:t>
            </a:r>
          </a:p>
          <a:p>
            <a:r>
              <a:rPr lang="en-US" sz="1100" dirty="0"/>
              <a:t>       WHERE </a:t>
            </a:r>
            <a:r>
              <a:rPr lang="en-US" sz="1100" dirty="0" err="1"/>
              <a:t>AssignmentID</a:t>
            </a:r>
            <a:r>
              <a:rPr lang="en-US" sz="1100" dirty="0"/>
              <a:t> = ?`,</a:t>
            </a:r>
          </a:p>
          <a:p>
            <a:r>
              <a:rPr lang="en-US" sz="1100" dirty="0"/>
              <a:t>      [</a:t>
            </a:r>
            <a:r>
              <a:rPr lang="en-US" sz="1100" dirty="0" err="1"/>
              <a:t>result.insertId</a:t>
            </a:r>
            <a:r>
              <a:rPr lang="en-US" sz="1100" dirty="0"/>
              <a:t>]</a:t>
            </a:r>
          </a:p>
          <a:p>
            <a:r>
              <a:rPr lang="en-US" sz="1100" dirty="0"/>
              <a:t>    );</a:t>
            </a:r>
          </a:p>
          <a:p>
            <a:r>
              <a:rPr lang="en-US" sz="1100" dirty="0"/>
              <a:t>catch (err) {</a:t>
            </a:r>
          </a:p>
          <a:p>
            <a:r>
              <a:rPr lang="en-US" sz="1100" dirty="0"/>
              <a:t>    </a:t>
            </a:r>
            <a:r>
              <a:rPr lang="en-US" sz="1100" dirty="0" err="1"/>
              <a:t>console.error</a:t>
            </a:r>
            <a:r>
              <a:rPr lang="en-US" sz="1100" dirty="0"/>
              <a:t>('Error creating assignment:', err);</a:t>
            </a:r>
          </a:p>
          <a:p>
            <a:r>
              <a:rPr lang="en-US" sz="1100" dirty="0"/>
              <a:t>    </a:t>
            </a:r>
            <a:r>
              <a:rPr lang="en-US" sz="1100" dirty="0" err="1"/>
              <a:t>res.status</a:t>
            </a:r>
            <a:r>
              <a:rPr lang="en-US" sz="1100" dirty="0"/>
              <a:t>(500).</a:t>
            </a:r>
            <a:r>
              <a:rPr lang="en-US" sz="1100" dirty="0" err="1"/>
              <a:t>json</a:t>
            </a:r>
            <a:r>
              <a:rPr lang="en-US" sz="1100" dirty="0"/>
              <a:t>({ error: 'Failed to create assignment.' });</a:t>
            </a:r>
          </a:p>
          <a:p>
            <a:r>
              <a:rPr lang="en-US" sz="1100" dirty="0"/>
              <a:t>  }</a:t>
            </a:r>
          </a:p>
          <a:p>
            <a:r>
              <a:rPr lang="en-US" sz="1100" dirty="0"/>
              <a:t>});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4DDCF4B-67DE-AB69-C8AC-9CB3DD7F8C41}"/>
              </a:ext>
            </a:extLst>
          </p:cNvPr>
          <p:cNvSpPr txBox="1"/>
          <p:nvPr/>
        </p:nvSpPr>
        <p:spPr>
          <a:xfrm>
            <a:off x="4567016" y="149342"/>
            <a:ext cx="45958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/>
              <a:t>Creating Planner Assignment</a:t>
            </a:r>
          </a:p>
        </p:txBody>
      </p:sp>
    </p:spTree>
    <p:extLst>
      <p:ext uri="{BB962C8B-B14F-4D97-AF65-F5344CB8AC3E}">
        <p14:creationId xmlns:p14="http://schemas.microsoft.com/office/powerpoint/2010/main" val="85083116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D47F7A0-28D3-36D2-3546-74D392776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8838EAF3-1A4A-5C3B-CCEF-00B1373D5D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AFB85-C8B3-E3BC-A55D-1936E47082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FA0142A9-2524-BB91-733E-7F80CB8CC5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E207EC71-105B-81E9-32C5-0FB7AD7B92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6B28CEF-2B11-CBA2-69E8-B5F9831078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ADFFF86-A34F-D428-AC65-64A6506431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024479-F64D-79D4-939E-3400A786B9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0A89B45-071B-A7D8-9846-5641E3BAB0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9E41D70-3EBE-13A7-ECA5-279BFB162E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EE9B487-B228-1FA8-348E-AD5B4FCD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B84D4A7-06F0-67FA-8EAC-3D00C0A7D5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C2F1E8F-3323-09D6-1389-66B5E29181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FA569D0C-ACA9-3FCA-7EC4-8D45316C3B0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04219" y="2880172"/>
            <a:ext cx="7918803" cy="1102242"/>
          </a:xfrm>
        </p:spPr>
        <p:txBody>
          <a:bodyPr anchor="t">
            <a:normAutofit/>
          </a:bodyPr>
          <a:lstStyle/>
          <a:p>
            <a:r>
              <a:rPr lang="en-US" sz="6600" b="1">
                <a:solidFill>
                  <a:schemeClr val="bg1"/>
                </a:solidFill>
              </a:rPr>
              <a:t>Live Demo</a:t>
            </a:r>
          </a:p>
        </p:txBody>
      </p:sp>
    </p:spTree>
    <p:extLst>
      <p:ext uri="{BB962C8B-B14F-4D97-AF65-F5344CB8AC3E}">
        <p14:creationId xmlns:p14="http://schemas.microsoft.com/office/powerpoint/2010/main" val="132573205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27DEB3-5358-CDB9-0ACE-03371BEF0B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DEBF1EEC-340F-E2F0-9492-C429319605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6372CE4-FD96-53EE-7768-7F6C3143B6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AD810DE-F0AB-D113-0E0D-31A4277921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909E7D85-BFCF-38D1-E8C0-BAF1F90DE8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051A222-EB45-C08F-E4B9-9E90434B9D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179E9C6-EA83-0FDA-6841-F9A1C6E310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A502D44-C1AF-064C-48E4-6F94C9A7CE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18A06A8-AF50-099F-EE22-1A614ED4A21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DAB7EC7-DDC2-494F-F811-B38AA22A77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A21E25A-7C99-DC9E-B7B6-BA10776756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7E8DF10-C93E-BF1D-D8C4-3011B95DC4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7186EF7-C450-E6F3-6EDF-46C1658C97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C3476730-C8A3-44A4-4D66-8789CA0534E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11455" y="1932820"/>
            <a:ext cx="7918803" cy="1102242"/>
          </a:xfrm>
        </p:spPr>
        <p:txBody>
          <a:bodyPr anchor="t">
            <a:noAutofit/>
          </a:bodyPr>
          <a:lstStyle/>
          <a:p>
            <a:r>
              <a:rPr lang="en-US" sz="4000" b="1" dirty="0">
                <a:solidFill>
                  <a:schemeClr val="bg1"/>
                </a:solidFill>
              </a:rPr>
              <a:t>Thank you!</a:t>
            </a:r>
          </a:p>
          <a:p>
            <a:endParaRPr lang="en-US" sz="4000" b="1" dirty="0">
              <a:solidFill>
                <a:schemeClr val="bg1"/>
              </a:solidFill>
            </a:endParaRPr>
          </a:p>
          <a:p>
            <a:r>
              <a:rPr lang="en-US" sz="4000" b="1" dirty="0">
                <a:solidFill>
                  <a:schemeClr val="bg1"/>
                </a:solidFill>
              </a:rPr>
              <a:t>Any Questions?</a:t>
            </a:r>
          </a:p>
        </p:txBody>
      </p:sp>
    </p:spTree>
    <p:extLst>
      <p:ext uri="{BB962C8B-B14F-4D97-AF65-F5344CB8AC3E}">
        <p14:creationId xmlns:p14="http://schemas.microsoft.com/office/powerpoint/2010/main" val="53646056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ASH - Week 12 Update</Template>
  <TotalTime>0</TotalTime>
  <Words>1201</Words>
  <Application>Microsoft Office PowerPoint</Application>
  <PresentationFormat>On-screen Show (4:3)</PresentationFormat>
  <Paragraphs>218</Paragraphs>
  <Slides>18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4" baseType="lpstr">
      <vt:lpstr>Aptos</vt:lpstr>
      <vt:lpstr>Aptos Display</vt:lpstr>
      <vt:lpstr>Arial</vt:lpstr>
      <vt:lpstr>Calibri</vt:lpstr>
      <vt:lpstr>Courier New</vt:lpstr>
      <vt:lpstr>Office Theme</vt:lpstr>
      <vt:lpstr>Academic Support Hub – Final Presentation</vt:lpstr>
      <vt:lpstr> </vt:lpstr>
      <vt:lpstr> </vt:lpstr>
      <vt:lpstr> </vt:lpstr>
      <vt:lpstr>Use Cases </vt:lpstr>
      <vt:lpstr> </vt:lpstr>
      <vt:lpstr>PowerPoint Presentation</vt:lpstr>
      <vt:lpstr> </vt:lpstr>
      <vt:lpstr>PowerPoint Presentation</vt:lpstr>
      <vt:lpstr> </vt:lpstr>
      <vt:lpstr>PowerPoint Presentation</vt:lpstr>
      <vt:lpstr> </vt:lpstr>
      <vt:lpstr>PowerPoint Presentation</vt:lpstr>
      <vt:lpstr> </vt:lpstr>
      <vt:lpstr>PowerPoint Presentation</vt:lpstr>
      <vt:lpstr> 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Martin, Mariah L</dc:creator>
  <cp:keywords/>
  <dc:description>generated using python-pptx</dc:description>
  <cp:lastModifiedBy>Martin, Mariah L</cp:lastModifiedBy>
  <cp:revision>3</cp:revision>
  <dcterms:created xsi:type="dcterms:W3CDTF">2025-12-03T23:06:03Z</dcterms:created>
  <dcterms:modified xsi:type="dcterms:W3CDTF">2025-12-08T06:03:36Z</dcterms:modified>
  <cp:category/>
</cp:coreProperties>
</file>